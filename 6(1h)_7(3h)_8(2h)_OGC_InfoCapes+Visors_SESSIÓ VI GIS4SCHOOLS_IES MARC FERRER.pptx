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 id="2147483655" r:id="rId5"/>
    <p:sldMasterId id="214748365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y="5143500" cx="9144000"/>
  <p:notesSz cx="6858000" cy="9144000"/>
  <p:embeddedFontLst>
    <p:embeddedFont>
      <p:font typeface="Hind Madurai"/>
      <p:regular r:id="rId55"/>
      <p:bold r:id="rId56"/>
    </p:embeddedFont>
    <p:embeddedFont>
      <p:font typeface="Sorts Mill Goudy"/>
      <p:regular r:id="rId57"/>
      <p: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80">
          <p15:clr>
            <a:srgbClr val="A4A3A4"/>
          </p15:clr>
        </p15:guide>
        <p15:guide id="2" pos="14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80" orient="horz"/>
        <p:guide pos="1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HindMadurai-regular.fntdata"/><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font" Target="fonts/SortsMillGoudy-regular.fntdata"/><Relationship Id="rId12" Type="http://schemas.openxmlformats.org/officeDocument/2006/relationships/slide" Target="slides/slide5.xml"/><Relationship Id="rId56" Type="http://schemas.openxmlformats.org/officeDocument/2006/relationships/font" Target="fonts/HindMadurai-bold.fntdata"/><Relationship Id="rId15" Type="http://schemas.openxmlformats.org/officeDocument/2006/relationships/slide" Target="slides/slide8.xml"/><Relationship Id="rId14" Type="http://schemas.openxmlformats.org/officeDocument/2006/relationships/slide" Target="slides/slide7.xml"/><Relationship Id="rId58" Type="http://schemas.openxmlformats.org/officeDocument/2006/relationships/font" Target="fonts/SortsMillGoudy-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d818292a96_1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d818292a96_1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551fd17d2585bc89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g551fd17d2585bc89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ebac2bb4d0120c5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gebac2bb4d0120c5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dec0e19335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gdec0e19335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d4cbc14870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gd4cbc14870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dbc7323203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gdbc7323203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dbc7323203_0_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dbc7323203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dbc7323203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dbc7323203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dbc7323203_0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dbc7323203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dbc7323203_0_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dbc7323203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dbc7323203_0_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dbc7323203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e00d5127a9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e00d5127a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dbc7323203_0_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dbc7323203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dbc7323203_0_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dbc7323203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dbc7323203_0_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dbc7323203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dbc7323203_0_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dbc7323203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dbc7323203_0_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dbc7323203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dbc7323203_0_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dbc7323203_0_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dbc7323203_0_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dbc7323203_0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dbc7323203_0_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dbc7323203_0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dbc7323203_0_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dbc7323203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dbc7323203_0_1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dbc7323203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dbc7323203_0_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dbc7323203_0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dbc7323203_0_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dbc7323203_0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dbc7323203_0_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dbc7323203_0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dbc7323203_0_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dbc7323203_0_1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dbc7323203_0_1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dbc7323203_0_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ddc9169117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ddc916911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e0a3657005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e0a365700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e0a3657005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e0a3657005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e0a3657005_0_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ge0a3657005_0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e0a3657005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e0a3657005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e0a3657005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e0a3657005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e0a3657005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e0a3657005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e0a3657005_0_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e0a3657005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e0a3657005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e0a3657005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e0a3657005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e0a3657005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e0a3657005_0_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ge0a3657005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e0a3657005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e0a3657005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e0a3657005_0_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e0a3657005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e0a3657005_0_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e0a3657005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e194827748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e19482774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e194827748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e194827748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e194827748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ge194827748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e194827748_0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ge194827748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d818292a96_6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gd818292a96_6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628650" y="273844"/>
            <a:ext cx="7886700" cy="9942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SzPts val="1100"/>
              <a:buNone/>
              <a:defRPr b="0" i="0" sz="3300" u="none" cap="none" strike="noStrike">
                <a:solidFill>
                  <a:schemeClr val="dk1"/>
                </a:solidFill>
                <a:latin typeface="Sorts Mill Goudy"/>
                <a:ea typeface="Sorts Mill Goudy"/>
                <a:cs typeface="Sorts Mill Goudy"/>
                <a:sym typeface="Sorts Mill Goudy"/>
              </a:defRPr>
            </a:lvl1pPr>
            <a:lvl2pPr lvl="1"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2pPr>
            <a:lvl3pPr lvl="2"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3pPr>
            <a:lvl4pPr lvl="3"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4pPr>
            <a:lvl5pPr lvl="4"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5pPr>
            <a:lvl6pPr lvl="5" marR="0" rtl="0" algn="l">
              <a:spcBef>
                <a:spcPts val="0"/>
              </a:spcBef>
              <a:spcAft>
                <a:spcPts val="0"/>
              </a:spcAft>
              <a:buSzPts val="1100"/>
              <a:buNone/>
              <a:defRPr b="0" i="0" sz="1400" u="none" cap="none" strike="noStrike">
                <a:solidFill>
                  <a:schemeClr val="lt2"/>
                </a:solidFill>
              </a:defRPr>
            </a:lvl6pPr>
            <a:lvl7pPr lvl="6" marR="0" rtl="0" algn="l">
              <a:spcBef>
                <a:spcPts val="0"/>
              </a:spcBef>
              <a:spcAft>
                <a:spcPts val="0"/>
              </a:spcAft>
              <a:buSzPts val="1100"/>
              <a:buNone/>
              <a:defRPr b="0" i="0" sz="1400" u="none" cap="none" strike="noStrike">
                <a:solidFill>
                  <a:schemeClr val="lt2"/>
                </a:solidFill>
              </a:defRPr>
            </a:lvl7pPr>
            <a:lvl8pPr lvl="7" marR="0" rtl="0" algn="l">
              <a:spcBef>
                <a:spcPts val="0"/>
              </a:spcBef>
              <a:spcAft>
                <a:spcPts val="0"/>
              </a:spcAft>
              <a:buSzPts val="1100"/>
              <a:buNone/>
              <a:defRPr b="0" i="0" sz="1400" u="none" cap="none" strike="noStrike">
                <a:solidFill>
                  <a:schemeClr val="lt2"/>
                </a:solidFill>
              </a:defRPr>
            </a:lvl8pPr>
            <a:lvl9pPr lvl="8" marR="0" rtl="0" algn="l">
              <a:spcBef>
                <a:spcPts val="0"/>
              </a:spcBef>
              <a:spcAft>
                <a:spcPts val="0"/>
              </a:spcAft>
              <a:buSzPts val="1100"/>
              <a:buNone/>
              <a:defRPr b="0" i="0" sz="1400" u="none" cap="none" strike="noStrike">
                <a:solidFill>
                  <a:schemeClr val="lt2"/>
                </a:solidFill>
              </a:defRPr>
            </a:lvl9pPr>
          </a:lstStyle>
          <a:p/>
        </p:txBody>
      </p:sp>
      <p:sp>
        <p:nvSpPr>
          <p:cNvPr id="17" name="Google Shape;17;p2"/>
          <p:cNvSpPr txBox="1"/>
          <p:nvPr>
            <p:ph idx="1" type="body"/>
          </p:nvPr>
        </p:nvSpPr>
        <p:spPr>
          <a:xfrm>
            <a:off x="628650" y="1438132"/>
            <a:ext cx="7886700" cy="29745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2"/>
              </a:buClr>
              <a:buSzPts val="2100"/>
              <a:buFont typeface="Arial"/>
              <a:buChar char="•"/>
              <a:defRPr b="0" i="0" sz="2100" u="none" cap="none" strike="noStrike">
                <a:solidFill>
                  <a:schemeClr val="dk2"/>
                </a:solidFill>
                <a:latin typeface="Hind Madurai"/>
                <a:ea typeface="Hind Madurai"/>
                <a:cs typeface="Hind Madurai"/>
                <a:sym typeface="Hind Madurai"/>
              </a:defRPr>
            </a:lvl1pPr>
            <a:lvl2pPr indent="-342900" lvl="1" marL="914400" marR="0" rtl="0" algn="l">
              <a:lnSpc>
                <a:spcPct val="90000"/>
              </a:lnSpc>
              <a:spcBef>
                <a:spcPts val="400"/>
              </a:spcBef>
              <a:spcAft>
                <a:spcPts val="0"/>
              </a:spcAft>
              <a:buClr>
                <a:schemeClr val="dk2"/>
              </a:buClr>
              <a:buSzPts val="1800"/>
              <a:buFont typeface="Arial"/>
              <a:buChar char="•"/>
              <a:defRPr b="0" i="0" sz="1800" u="none" cap="none" strike="noStrike">
                <a:solidFill>
                  <a:schemeClr val="dk2"/>
                </a:solidFill>
                <a:latin typeface="Hind Madurai"/>
                <a:ea typeface="Hind Madurai"/>
                <a:cs typeface="Hind Madurai"/>
                <a:sym typeface="Hind Madurai"/>
              </a:defRPr>
            </a:lvl2pPr>
            <a:lvl3pPr indent="-323850" lvl="2" marL="1371600" marR="0" rtl="0" algn="l">
              <a:lnSpc>
                <a:spcPct val="90000"/>
              </a:lnSpc>
              <a:spcBef>
                <a:spcPts val="400"/>
              </a:spcBef>
              <a:spcAft>
                <a:spcPts val="0"/>
              </a:spcAft>
              <a:buClr>
                <a:schemeClr val="dk2"/>
              </a:buClr>
              <a:buSzPts val="1500"/>
              <a:buFont typeface="Arial"/>
              <a:buChar char="•"/>
              <a:defRPr b="0" i="0" sz="1500" u="none" cap="none" strike="noStrike">
                <a:solidFill>
                  <a:schemeClr val="dk2"/>
                </a:solidFill>
                <a:latin typeface="Hind Madurai"/>
                <a:ea typeface="Hind Madurai"/>
                <a:cs typeface="Hind Madurai"/>
                <a:sym typeface="Hind Madurai"/>
              </a:defRPr>
            </a:lvl3pPr>
            <a:lvl4pPr indent="-317500" lvl="3" marL="1828800" marR="0" rtl="0" algn="l">
              <a:lnSpc>
                <a:spcPct val="90000"/>
              </a:lnSpc>
              <a:spcBef>
                <a:spcPts val="400"/>
              </a:spcBef>
              <a:spcAft>
                <a:spcPts val="0"/>
              </a:spcAft>
              <a:buClr>
                <a:schemeClr val="dk2"/>
              </a:buClr>
              <a:buSzPts val="1400"/>
              <a:buFont typeface="Arial"/>
              <a:buChar char="•"/>
              <a:defRPr b="0" i="0" sz="1400" u="none" cap="none" strike="noStrike">
                <a:solidFill>
                  <a:schemeClr val="dk2"/>
                </a:solidFill>
                <a:latin typeface="Hind Madurai"/>
                <a:ea typeface="Hind Madurai"/>
                <a:cs typeface="Hind Madurai"/>
                <a:sym typeface="Hind Madurai"/>
              </a:defRPr>
            </a:lvl4pPr>
            <a:lvl5pPr indent="-317500" lvl="4" marL="2286000" marR="0" rtl="0" algn="l">
              <a:lnSpc>
                <a:spcPct val="90000"/>
              </a:lnSpc>
              <a:spcBef>
                <a:spcPts val="400"/>
              </a:spcBef>
              <a:spcAft>
                <a:spcPts val="0"/>
              </a:spcAft>
              <a:buClr>
                <a:schemeClr val="dk2"/>
              </a:buClr>
              <a:buSzPts val="1400"/>
              <a:buFont typeface="Arial"/>
              <a:buChar char="•"/>
              <a:defRPr b="0" i="0" sz="1400" u="none" cap="none" strike="noStrike">
                <a:solidFill>
                  <a:schemeClr val="dk2"/>
                </a:solidFill>
                <a:latin typeface="Hind Madurai"/>
                <a:ea typeface="Hind Madurai"/>
                <a:cs typeface="Hind Madurai"/>
                <a:sym typeface="Hind Madurai"/>
              </a:defRPr>
            </a:lvl5pPr>
            <a:lvl6pPr indent="-317500" lvl="5" marL="27432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Hind Madurai"/>
                <a:ea typeface="Hind Madurai"/>
                <a:cs typeface="Hind Madurai"/>
                <a:sym typeface="Hind Madurai"/>
              </a:defRPr>
            </a:lvl6pPr>
            <a:lvl7pPr indent="-317500" lvl="6" marL="32004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Hind Madurai"/>
                <a:ea typeface="Hind Madurai"/>
                <a:cs typeface="Hind Madurai"/>
                <a:sym typeface="Hind Madurai"/>
              </a:defRPr>
            </a:lvl7pPr>
            <a:lvl8pPr indent="-317500" lvl="7" marL="36576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Hind Madurai"/>
                <a:ea typeface="Hind Madurai"/>
                <a:cs typeface="Hind Madurai"/>
                <a:sym typeface="Hind Madurai"/>
              </a:defRPr>
            </a:lvl8pPr>
            <a:lvl9pPr indent="-317500" lvl="8" marL="4114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Hind Madurai"/>
                <a:ea typeface="Hind Madurai"/>
                <a:cs typeface="Hind Madurai"/>
                <a:sym typeface="Hind Madurai"/>
              </a:defRPr>
            </a:lvl9pPr>
          </a:lstStyle>
          <a:p/>
        </p:txBody>
      </p:sp>
      <p:sp>
        <p:nvSpPr>
          <p:cNvPr id="18" name="Google Shape;18;p2"/>
          <p:cNvSpPr txBox="1"/>
          <p:nvPr>
            <p:ph idx="10" type="dt"/>
          </p:nvPr>
        </p:nvSpPr>
        <p:spPr>
          <a:xfrm>
            <a:off x="628650" y="4582715"/>
            <a:ext cx="2057400" cy="273900"/>
          </a:xfrm>
          <a:prstGeom prst="rect">
            <a:avLst/>
          </a:prstGeom>
          <a:noFill/>
          <a:ln>
            <a:noFill/>
          </a:ln>
        </p:spPr>
        <p:txBody>
          <a:bodyPr anchorCtr="0" anchor="t"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9" name="Google Shape;19;p2"/>
          <p:cNvSpPr txBox="1"/>
          <p:nvPr>
            <p:ph idx="11" type="ftr"/>
          </p:nvPr>
        </p:nvSpPr>
        <p:spPr>
          <a:xfrm>
            <a:off x="3028950" y="4582715"/>
            <a:ext cx="3086100" cy="273900"/>
          </a:xfrm>
          <a:prstGeom prst="rect">
            <a:avLst/>
          </a:prstGeom>
          <a:noFill/>
          <a:ln>
            <a:noFill/>
          </a:ln>
        </p:spPr>
        <p:txBody>
          <a:bodyPr anchorCtr="0" anchor="t"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0" name="Google Shape;20;p2"/>
          <p:cNvSpPr txBox="1"/>
          <p:nvPr>
            <p:ph idx="12" type="sldNum"/>
          </p:nvPr>
        </p:nvSpPr>
        <p:spPr>
          <a:xfrm>
            <a:off x="6577013" y="4582715"/>
            <a:ext cx="1749000" cy="273900"/>
          </a:xfrm>
          <a:prstGeom prst="rect">
            <a:avLst/>
          </a:prstGeom>
          <a:noFill/>
          <a:ln>
            <a:noFill/>
          </a:ln>
        </p:spPr>
        <p:txBody>
          <a:bodyPr anchorCtr="0" anchor="t" bIns="34275" lIns="68575" spcFirstLastPara="1" rIns="68575" wrap="square" tIns="34275">
            <a:noAutofit/>
          </a:bodyPr>
          <a:lstStyle>
            <a:lvl1pPr indent="0" lvl="0"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1pPr>
            <a:lvl2pPr indent="0" lvl="1"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2pPr>
            <a:lvl3pPr indent="0" lvl="2"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3pPr>
            <a:lvl4pPr indent="0" lvl="3"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4pPr>
            <a:lvl5pPr indent="0" lvl="4"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5pPr>
            <a:lvl6pPr indent="0" lvl="5"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6pPr>
            <a:lvl7pPr indent="0" lvl="6"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7pPr>
            <a:lvl8pPr indent="0" lvl="7"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8pPr>
            <a:lvl9pPr indent="0" lvl="8"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3" name="Google Shape;23;p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4" name="Google Shape;24;p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Clr>
                <a:schemeClr val="dk1"/>
              </a:buClr>
              <a:buSzPts val="900"/>
              <a:buChar char="●"/>
              <a:defRPr sz="700"/>
            </a:lvl1pPr>
            <a:lvl2pPr lvl="1" rtl="0">
              <a:spcBef>
                <a:spcPts val="0"/>
              </a:spcBef>
              <a:spcAft>
                <a:spcPts val="0"/>
              </a:spcAft>
              <a:buSzPts val="700"/>
              <a:buNone/>
              <a:defRPr sz="700"/>
            </a:lvl2pPr>
            <a:lvl3pPr lvl="2" rtl="0">
              <a:spcBef>
                <a:spcPts val="0"/>
              </a:spcBef>
              <a:spcAft>
                <a:spcPts val="0"/>
              </a:spcAft>
              <a:buSzPts val="700"/>
              <a:buNone/>
              <a:defRPr sz="700"/>
            </a:lvl3pPr>
            <a:lvl4pPr lvl="3" rtl="0">
              <a:spcBef>
                <a:spcPts val="0"/>
              </a:spcBef>
              <a:spcAft>
                <a:spcPts val="0"/>
              </a:spcAft>
              <a:buSzPts val="700"/>
              <a:buNone/>
              <a:defRPr sz="700"/>
            </a:lvl4pPr>
            <a:lvl5pPr lvl="4" rtl="0">
              <a:spcBef>
                <a:spcPts val="0"/>
              </a:spcBef>
              <a:spcAft>
                <a:spcPts val="0"/>
              </a:spcAft>
              <a:buSzPts val="700"/>
              <a:buNone/>
              <a:defRPr sz="700"/>
            </a:lvl5pPr>
            <a:lvl6pPr lvl="5" rtl="0">
              <a:spcBef>
                <a:spcPts val="0"/>
              </a:spcBef>
              <a:spcAft>
                <a:spcPts val="0"/>
              </a:spcAft>
              <a:buSzPts val="700"/>
              <a:buNone/>
              <a:defRPr sz="700"/>
            </a:lvl6pPr>
            <a:lvl7pPr lvl="6" rtl="0">
              <a:spcBef>
                <a:spcPts val="0"/>
              </a:spcBef>
              <a:spcAft>
                <a:spcPts val="0"/>
              </a:spcAft>
              <a:buSzPts val="700"/>
              <a:buNone/>
              <a:defRPr sz="700"/>
            </a:lvl7pPr>
            <a:lvl8pPr lvl="7" rtl="0">
              <a:spcBef>
                <a:spcPts val="0"/>
              </a:spcBef>
              <a:spcAft>
                <a:spcPts val="0"/>
              </a:spcAft>
              <a:buSzPts val="700"/>
              <a:buNone/>
              <a:defRPr sz="700"/>
            </a:lvl8pPr>
            <a:lvl9pPr lvl="8" rtl="0">
              <a:spcBef>
                <a:spcPts val="0"/>
              </a:spcBef>
              <a:spcAft>
                <a:spcPts val="0"/>
              </a:spcAft>
              <a:buSzPts val="700"/>
              <a:buNone/>
              <a:defRPr sz="700"/>
            </a:lvl9pPr>
          </a:lstStyle>
          <a:p/>
        </p:txBody>
      </p:sp>
      <p:sp>
        <p:nvSpPr>
          <p:cNvPr id="27" name="Google Shape;27;p4"/>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Autofit/>
          </a:bodyPr>
          <a:lstStyle>
            <a:lvl1pPr lvl="0" rtl="0" algn="ctr">
              <a:spcBef>
                <a:spcPts val="300"/>
              </a:spcBef>
              <a:spcAft>
                <a:spcPts val="0"/>
              </a:spcAft>
              <a:buClr>
                <a:srgbClr val="888888"/>
              </a:buClr>
              <a:buSzPts val="1600"/>
              <a:buNone/>
              <a:defRPr sz="700">
                <a:solidFill>
                  <a:srgbClr val="888888"/>
                </a:solidFill>
              </a:defRPr>
            </a:lvl1pPr>
            <a:lvl2pPr lvl="1" rtl="0" algn="ctr">
              <a:spcBef>
                <a:spcPts val="300"/>
              </a:spcBef>
              <a:spcAft>
                <a:spcPts val="0"/>
              </a:spcAft>
              <a:buClr>
                <a:srgbClr val="888888"/>
              </a:buClr>
              <a:buSzPts val="1400"/>
              <a:buNone/>
              <a:defRPr sz="700">
                <a:solidFill>
                  <a:srgbClr val="888888"/>
                </a:solidFill>
              </a:defRPr>
            </a:lvl2pPr>
            <a:lvl3pPr lvl="2" rtl="0" algn="ctr">
              <a:spcBef>
                <a:spcPts val="200"/>
              </a:spcBef>
              <a:spcAft>
                <a:spcPts val="0"/>
              </a:spcAft>
              <a:buClr>
                <a:srgbClr val="888888"/>
              </a:buClr>
              <a:buSzPts val="1200"/>
              <a:buNone/>
              <a:defRPr sz="700">
                <a:solidFill>
                  <a:srgbClr val="888888"/>
                </a:solidFill>
              </a:defRPr>
            </a:lvl3pPr>
            <a:lvl4pPr lvl="3" rtl="0" algn="ctr">
              <a:spcBef>
                <a:spcPts val="200"/>
              </a:spcBef>
              <a:spcAft>
                <a:spcPts val="0"/>
              </a:spcAft>
              <a:buClr>
                <a:srgbClr val="888888"/>
              </a:buClr>
              <a:buSzPts val="1000"/>
              <a:buNone/>
              <a:defRPr sz="700">
                <a:solidFill>
                  <a:srgbClr val="888888"/>
                </a:solidFill>
              </a:defRPr>
            </a:lvl4pPr>
            <a:lvl5pPr lvl="4" rtl="0" algn="ctr">
              <a:spcBef>
                <a:spcPts val="200"/>
              </a:spcBef>
              <a:spcAft>
                <a:spcPts val="0"/>
              </a:spcAft>
              <a:buClr>
                <a:srgbClr val="888888"/>
              </a:buClr>
              <a:buSzPts val="1000"/>
              <a:buNone/>
              <a:defRPr sz="700">
                <a:solidFill>
                  <a:srgbClr val="888888"/>
                </a:solidFill>
              </a:defRPr>
            </a:lvl5pPr>
            <a:lvl6pPr lvl="5" rtl="0" algn="ctr">
              <a:spcBef>
                <a:spcPts val="200"/>
              </a:spcBef>
              <a:spcAft>
                <a:spcPts val="0"/>
              </a:spcAft>
              <a:buClr>
                <a:srgbClr val="888888"/>
              </a:buClr>
              <a:buSzPts val="1000"/>
              <a:buNone/>
              <a:defRPr sz="700">
                <a:solidFill>
                  <a:srgbClr val="888888"/>
                </a:solidFill>
              </a:defRPr>
            </a:lvl6pPr>
            <a:lvl7pPr lvl="6" rtl="0" algn="ctr">
              <a:spcBef>
                <a:spcPts val="200"/>
              </a:spcBef>
              <a:spcAft>
                <a:spcPts val="0"/>
              </a:spcAft>
              <a:buClr>
                <a:srgbClr val="888888"/>
              </a:buClr>
              <a:buSzPts val="1000"/>
              <a:buNone/>
              <a:defRPr sz="700">
                <a:solidFill>
                  <a:srgbClr val="888888"/>
                </a:solidFill>
              </a:defRPr>
            </a:lvl7pPr>
            <a:lvl8pPr lvl="7" rtl="0" algn="ctr">
              <a:spcBef>
                <a:spcPts val="200"/>
              </a:spcBef>
              <a:spcAft>
                <a:spcPts val="0"/>
              </a:spcAft>
              <a:buClr>
                <a:srgbClr val="888888"/>
              </a:buClr>
              <a:buSzPts val="1000"/>
              <a:buNone/>
              <a:defRPr sz="700">
                <a:solidFill>
                  <a:srgbClr val="888888"/>
                </a:solidFill>
              </a:defRPr>
            </a:lvl8pPr>
            <a:lvl9pPr lvl="8" rtl="0" algn="ctr">
              <a:spcBef>
                <a:spcPts val="200"/>
              </a:spcBef>
              <a:spcAft>
                <a:spcPts val="0"/>
              </a:spcAft>
              <a:buClr>
                <a:srgbClr val="888888"/>
              </a:buClr>
              <a:buSzPts val="1000"/>
              <a:buNone/>
              <a:defRPr sz="700">
                <a:solidFill>
                  <a:srgbClr val="888888"/>
                </a:solidFill>
              </a:defRPr>
            </a:lvl9pPr>
          </a:lstStyle>
          <a:p/>
        </p:txBody>
      </p:sp>
      <p:sp>
        <p:nvSpPr>
          <p:cNvPr id="28" name="Google Shape;28;p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9" name="Google Shape;29;p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0" name="Google Shape;30;p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Clr>
                <a:schemeClr val="dk1"/>
              </a:buClr>
              <a:buSzPts val="900"/>
              <a:buChar char="●"/>
              <a:defRPr sz="700"/>
            </a:lvl1pPr>
            <a:lvl2pPr lvl="1" rtl="0">
              <a:spcBef>
                <a:spcPts val="0"/>
              </a:spcBef>
              <a:spcAft>
                <a:spcPts val="0"/>
              </a:spcAft>
              <a:buSzPts val="700"/>
              <a:buNone/>
              <a:defRPr sz="700"/>
            </a:lvl2pPr>
            <a:lvl3pPr lvl="2" rtl="0">
              <a:spcBef>
                <a:spcPts val="0"/>
              </a:spcBef>
              <a:spcAft>
                <a:spcPts val="0"/>
              </a:spcAft>
              <a:buSzPts val="700"/>
              <a:buNone/>
              <a:defRPr sz="700"/>
            </a:lvl3pPr>
            <a:lvl4pPr lvl="3" rtl="0">
              <a:spcBef>
                <a:spcPts val="0"/>
              </a:spcBef>
              <a:spcAft>
                <a:spcPts val="0"/>
              </a:spcAft>
              <a:buSzPts val="700"/>
              <a:buNone/>
              <a:defRPr sz="700"/>
            </a:lvl4pPr>
            <a:lvl5pPr lvl="4" rtl="0">
              <a:spcBef>
                <a:spcPts val="0"/>
              </a:spcBef>
              <a:spcAft>
                <a:spcPts val="0"/>
              </a:spcAft>
              <a:buSzPts val="700"/>
              <a:buNone/>
              <a:defRPr sz="700"/>
            </a:lvl5pPr>
            <a:lvl6pPr lvl="5" rtl="0">
              <a:spcBef>
                <a:spcPts val="0"/>
              </a:spcBef>
              <a:spcAft>
                <a:spcPts val="0"/>
              </a:spcAft>
              <a:buSzPts val="700"/>
              <a:buNone/>
              <a:defRPr sz="700"/>
            </a:lvl6pPr>
            <a:lvl7pPr lvl="6" rtl="0">
              <a:spcBef>
                <a:spcPts val="0"/>
              </a:spcBef>
              <a:spcAft>
                <a:spcPts val="0"/>
              </a:spcAft>
              <a:buSzPts val="700"/>
              <a:buNone/>
              <a:defRPr sz="700"/>
            </a:lvl7pPr>
            <a:lvl8pPr lvl="7" rtl="0">
              <a:spcBef>
                <a:spcPts val="0"/>
              </a:spcBef>
              <a:spcAft>
                <a:spcPts val="0"/>
              </a:spcAft>
              <a:buSzPts val="700"/>
              <a:buNone/>
              <a:defRPr sz="700"/>
            </a:lvl8pPr>
            <a:lvl9pPr lvl="8" rtl="0">
              <a:spcBef>
                <a:spcPts val="0"/>
              </a:spcBef>
              <a:spcAft>
                <a:spcPts val="0"/>
              </a:spcAft>
              <a:buSzPts val="700"/>
              <a:buNone/>
              <a:defRPr sz="700"/>
            </a:lvl9pPr>
          </a:lstStyle>
          <a:p/>
        </p:txBody>
      </p:sp>
      <p:sp>
        <p:nvSpPr>
          <p:cNvPr id="33" name="Google Shape;33;p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4" name="Google Shape;34;p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5" name="Google Shape;35;p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41" name="Shape 41"/>
        <p:cNvGrpSpPr/>
        <p:nvPr/>
      </p:nvGrpSpPr>
      <p:grpSpPr>
        <a:xfrm>
          <a:off x="0" y="0"/>
          <a:ext cx="0" cy="0"/>
          <a:chOff x="0" y="0"/>
          <a:chExt cx="0" cy="0"/>
        </a:xfrm>
      </p:grpSpPr>
      <p:sp>
        <p:nvSpPr>
          <p:cNvPr id="42" name="Google Shape;42;p7"/>
          <p:cNvSpPr txBox="1"/>
          <p:nvPr>
            <p:ph type="ctrTitle"/>
          </p:nvPr>
        </p:nvSpPr>
        <p:spPr>
          <a:xfrm>
            <a:off x="533969" y="1434765"/>
            <a:ext cx="3914707" cy="1336106"/>
          </a:xfrm>
          <a:prstGeom prst="rect">
            <a:avLst/>
          </a:prstGeom>
          <a:noFill/>
          <a:ln>
            <a:noFill/>
          </a:ln>
        </p:spPr>
        <p:txBody>
          <a:bodyPr anchorCtr="0" anchor="b" bIns="34275" lIns="68575" spcFirstLastPara="1" rIns="68575" wrap="square" tIns="34275">
            <a:noAutofit/>
          </a:bodyPr>
          <a:lstStyle>
            <a:lvl1pPr lvl="0" marR="0" rtl="0" algn="l">
              <a:lnSpc>
                <a:spcPct val="90000"/>
              </a:lnSpc>
              <a:spcBef>
                <a:spcPts val="0"/>
              </a:spcBef>
              <a:spcAft>
                <a:spcPts val="0"/>
              </a:spcAft>
              <a:buSzPts val="1100"/>
              <a:buNone/>
              <a:defRPr b="0" i="0" sz="3300" u="none" cap="none" strike="noStrike">
                <a:solidFill>
                  <a:schemeClr val="accent4"/>
                </a:solidFill>
                <a:latin typeface="Sorts Mill Goudy"/>
                <a:ea typeface="Sorts Mill Goudy"/>
                <a:cs typeface="Sorts Mill Goudy"/>
                <a:sym typeface="Sorts Mill Goudy"/>
              </a:defRPr>
            </a:lvl1pPr>
            <a:lvl2pPr lvl="1"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2pPr>
            <a:lvl3pPr lvl="2"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3pPr>
            <a:lvl4pPr lvl="3"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4pPr>
            <a:lvl5pPr lvl="4"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5pPr>
            <a:lvl6pPr lvl="5" marR="0" rtl="0" algn="l">
              <a:spcBef>
                <a:spcPts val="0"/>
              </a:spcBef>
              <a:spcAft>
                <a:spcPts val="0"/>
              </a:spcAft>
              <a:buSzPts val="1100"/>
              <a:buNone/>
              <a:defRPr b="0" i="0" sz="1400" u="none" cap="none" strike="noStrike">
                <a:solidFill>
                  <a:schemeClr val="lt2"/>
                </a:solidFill>
              </a:defRPr>
            </a:lvl6pPr>
            <a:lvl7pPr lvl="6" marR="0" rtl="0" algn="l">
              <a:spcBef>
                <a:spcPts val="0"/>
              </a:spcBef>
              <a:spcAft>
                <a:spcPts val="0"/>
              </a:spcAft>
              <a:buSzPts val="1100"/>
              <a:buNone/>
              <a:defRPr b="0" i="0" sz="1400" u="none" cap="none" strike="noStrike">
                <a:solidFill>
                  <a:schemeClr val="lt2"/>
                </a:solidFill>
              </a:defRPr>
            </a:lvl7pPr>
            <a:lvl8pPr lvl="7" marR="0" rtl="0" algn="l">
              <a:spcBef>
                <a:spcPts val="0"/>
              </a:spcBef>
              <a:spcAft>
                <a:spcPts val="0"/>
              </a:spcAft>
              <a:buSzPts val="1100"/>
              <a:buNone/>
              <a:defRPr b="0" i="0" sz="1400" u="none" cap="none" strike="noStrike">
                <a:solidFill>
                  <a:schemeClr val="lt2"/>
                </a:solidFill>
              </a:defRPr>
            </a:lvl8pPr>
            <a:lvl9pPr lvl="8" marR="0" rtl="0" algn="l">
              <a:spcBef>
                <a:spcPts val="0"/>
              </a:spcBef>
              <a:spcAft>
                <a:spcPts val="0"/>
              </a:spcAft>
              <a:buSzPts val="1100"/>
              <a:buNone/>
              <a:defRPr b="0" i="0" sz="1400" u="none" cap="none" strike="noStrike">
                <a:solidFill>
                  <a:schemeClr val="lt2"/>
                </a:solidFill>
              </a:defRPr>
            </a:lvl9pPr>
          </a:lstStyle>
          <a:p/>
        </p:txBody>
      </p:sp>
      <p:sp>
        <p:nvSpPr>
          <p:cNvPr id="43" name="Google Shape;43;p7"/>
          <p:cNvSpPr txBox="1"/>
          <p:nvPr>
            <p:ph idx="1" type="subTitle"/>
          </p:nvPr>
        </p:nvSpPr>
        <p:spPr>
          <a:xfrm>
            <a:off x="533969" y="2837171"/>
            <a:ext cx="3914707" cy="1241821"/>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lt1"/>
              </a:buClr>
              <a:buSzPts val="1800"/>
              <a:buFont typeface="Arial"/>
              <a:buNone/>
              <a:defRPr b="0" i="0" sz="1800" u="none" cap="none" strike="noStrike">
                <a:solidFill>
                  <a:schemeClr val="lt1"/>
                </a:solidFill>
                <a:latin typeface="Hind Madurai"/>
                <a:ea typeface="Hind Madurai"/>
                <a:cs typeface="Hind Madurai"/>
                <a:sym typeface="Hind Madurai"/>
              </a:defRPr>
            </a:lvl1pPr>
            <a:lvl2pPr lvl="1" marR="0" rtl="0" algn="ctr">
              <a:lnSpc>
                <a:spcPct val="90000"/>
              </a:lnSpc>
              <a:spcBef>
                <a:spcPts val="400"/>
              </a:spcBef>
              <a:spcAft>
                <a:spcPts val="0"/>
              </a:spcAft>
              <a:buClr>
                <a:schemeClr val="lt1"/>
              </a:buClr>
              <a:buSzPts val="1500"/>
              <a:buFont typeface="Arial"/>
              <a:buNone/>
              <a:defRPr b="0" i="0" sz="1500" u="none" cap="none" strike="noStrike">
                <a:solidFill>
                  <a:schemeClr val="lt1"/>
                </a:solidFill>
                <a:latin typeface="Hind Madurai"/>
                <a:ea typeface="Hind Madurai"/>
                <a:cs typeface="Hind Madurai"/>
                <a:sym typeface="Hind Madurai"/>
              </a:defRPr>
            </a:lvl2pPr>
            <a:lvl3pPr lvl="2" marR="0" rtl="0" algn="ctr">
              <a:lnSpc>
                <a:spcPct val="90000"/>
              </a:lnSpc>
              <a:spcBef>
                <a:spcPts val="400"/>
              </a:spcBef>
              <a:spcAft>
                <a:spcPts val="0"/>
              </a:spcAft>
              <a:buClr>
                <a:schemeClr val="lt1"/>
              </a:buClr>
              <a:buSzPts val="1400"/>
              <a:buFont typeface="Arial"/>
              <a:buNone/>
              <a:defRPr b="0" i="0" sz="1400" u="none" cap="none" strike="noStrike">
                <a:solidFill>
                  <a:schemeClr val="lt1"/>
                </a:solidFill>
                <a:latin typeface="Hind Madurai"/>
                <a:ea typeface="Hind Madurai"/>
                <a:cs typeface="Hind Madurai"/>
                <a:sym typeface="Hind Madurai"/>
              </a:defRPr>
            </a:lvl3pPr>
            <a:lvl4pPr lvl="3" marR="0" rtl="0" algn="ctr">
              <a:lnSpc>
                <a:spcPct val="90000"/>
              </a:lnSpc>
              <a:spcBef>
                <a:spcPts val="400"/>
              </a:spcBef>
              <a:spcAft>
                <a:spcPts val="0"/>
              </a:spcAft>
              <a:buClr>
                <a:schemeClr val="lt1"/>
              </a:buClr>
              <a:buSzPts val="1200"/>
              <a:buFont typeface="Arial"/>
              <a:buNone/>
              <a:defRPr b="0" i="0" sz="1200" u="none" cap="none" strike="noStrike">
                <a:solidFill>
                  <a:schemeClr val="lt1"/>
                </a:solidFill>
                <a:latin typeface="Hind Madurai"/>
                <a:ea typeface="Hind Madurai"/>
                <a:cs typeface="Hind Madurai"/>
                <a:sym typeface="Hind Madurai"/>
              </a:defRPr>
            </a:lvl4pPr>
            <a:lvl5pPr lvl="4" marR="0" rtl="0" algn="ctr">
              <a:lnSpc>
                <a:spcPct val="90000"/>
              </a:lnSpc>
              <a:spcBef>
                <a:spcPts val="400"/>
              </a:spcBef>
              <a:spcAft>
                <a:spcPts val="0"/>
              </a:spcAft>
              <a:buClr>
                <a:schemeClr val="lt1"/>
              </a:buClr>
              <a:buSzPts val="1200"/>
              <a:buFont typeface="Arial"/>
              <a:buNone/>
              <a:defRPr b="0" i="0" sz="1200" u="none" cap="none" strike="noStrike">
                <a:solidFill>
                  <a:schemeClr val="lt1"/>
                </a:solidFill>
                <a:latin typeface="Hind Madurai"/>
                <a:ea typeface="Hind Madurai"/>
                <a:cs typeface="Hind Madurai"/>
                <a:sym typeface="Hind Madurai"/>
              </a:defRPr>
            </a:lvl5pPr>
            <a:lvl6pPr lvl="5" marR="0" rtl="0" algn="ctr">
              <a:lnSpc>
                <a:spcPct val="90000"/>
              </a:lnSpc>
              <a:spcBef>
                <a:spcPts val="400"/>
              </a:spcBef>
              <a:spcAft>
                <a:spcPts val="0"/>
              </a:spcAft>
              <a:buClr>
                <a:schemeClr val="lt1"/>
              </a:buClr>
              <a:buSzPts val="1200"/>
              <a:buFont typeface="Arial"/>
              <a:buNone/>
              <a:defRPr b="0" i="0" sz="1200" u="none" cap="none" strike="noStrike">
                <a:solidFill>
                  <a:schemeClr val="lt1"/>
                </a:solidFill>
                <a:latin typeface="Hind Madurai"/>
                <a:ea typeface="Hind Madurai"/>
                <a:cs typeface="Hind Madurai"/>
                <a:sym typeface="Hind Madurai"/>
              </a:defRPr>
            </a:lvl6pPr>
            <a:lvl7pPr lvl="6" marR="0" rtl="0" algn="ctr">
              <a:lnSpc>
                <a:spcPct val="90000"/>
              </a:lnSpc>
              <a:spcBef>
                <a:spcPts val="400"/>
              </a:spcBef>
              <a:spcAft>
                <a:spcPts val="0"/>
              </a:spcAft>
              <a:buClr>
                <a:schemeClr val="lt1"/>
              </a:buClr>
              <a:buSzPts val="1200"/>
              <a:buFont typeface="Arial"/>
              <a:buNone/>
              <a:defRPr b="0" i="0" sz="1200" u="none" cap="none" strike="noStrike">
                <a:solidFill>
                  <a:schemeClr val="lt1"/>
                </a:solidFill>
                <a:latin typeface="Hind Madurai"/>
                <a:ea typeface="Hind Madurai"/>
                <a:cs typeface="Hind Madurai"/>
                <a:sym typeface="Hind Madurai"/>
              </a:defRPr>
            </a:lvl7pPr>
            <a:lvl8pPr lvl="7" marR="0" rtl="0" algn="ctr">
              <a:lnSpc>
                <a:spcPct val="90000"/>
              </a:lnSpc>
              <a:spcBef>
                <a:spcPts val="400"/>
              </a:spcBef>
              <a:spcAft>
                <a:spcPts val="0"/>
              </a:spcAft>
              <a:buClr>
                <a:schemeClr val="lt1"/>
              </a:buClr>
              <a:buSzPts val="1200"/>
              <a:buFont typeface="Arial"/>
              <a:buNone/>
              <a:defRPr b="0" i="0" sz="1200" u="none" cap="none" strike="noStrike">
                <a:solidFill>
                  <a:schemeClr val="lt1"/>
                </a:solidFill>
                <a:latin typeface="Hind Madurai"/>
                <a:ea typeface="Hind Madurai"/>
                <a:cs typeface="Hind Madurai"/>
                <a:sym typeface="Hind Madurai"/>
              </a:defRPr>
            </a:lvl8pPr>
            <a:lvl9pPr lvl="8" marR="0" rtl="0" algn="ctr">
              <a:lnSpc>
                <a:spcPct val="90000"/>
              </a:lnSpc>
              <a:spcBef>
                <a:spcPts val="400"/>
              </a:spcBef>
              <a:spcAft>
                <a:spcPts val="0"/>
              </a:spcAft>
              <a:buClr>
                <a:schemeClr val="lt1"/>
              </a:buClr>
              <a:buSzPts val="1200"/>
              <a:buFont typeface="Arial"/>
              <a:buNone/>
              <a:defRPr b="0" i="0" sz="1200" u="none" cap="none" strike="noStrike">
                <a:solidFill>
                  <a:schemeClr val="lt1"/>
                </a:solidFill>
                <a:latin typeface="Hind Madurai"/>
                <a:ea typeface="Hind Madurai"/>
                <a:cs typeface="Hind Madurai"/>
                <a:sym typeface="Hind Madurai"/>
              </a:defRPr>
            </a:lvl9pPr>
          </a:lstStyle>
          <a:p/>
        </p:txBody>
      </p:sp>
      <p:sp>
        <p:nvSpPr>
          <p:cNvPr id="44" name="Google Shape;44;p7"/>
          <p:cNvSpPr txBox="1"/>
          <p:nvPr>
            <p:ph idx="10" type="dt"/>
          </p:nvPr>
        </p:nvSpPr>
        <p:spPr>
          <a:xfrm>
            <a:off x="628650" y="4767263"/>
            <a:ext cx="2057400" cy="273844"/>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5" name="Google Shape;45;p7"/>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p7"/>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1pPr>
            <a:lvl2pPr indent="0" lvl="1"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2pPr>
            <a:lvl3pPr indent="0" lvl="2"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3pPr>
            <a:lvl4pPr indent="0" lvl="3"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4pPr>
            <a:lvl5pPr indent="0" lvl="4"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5pPr>
            <a:lvl6pPr indent="0" lvl="5"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6pPr>
            <a:lvl7pPr indent="0" lvl="6"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7pPr>
            <a:lvl8pPr indent="0" lvl="7"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8pPr>
            <a:lvl9pPr indent="0" lvl="8" marL="0" marR="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51" name="Shape 51"/>
        <p:cNvGrpSpPr/>
        <p:nvPr/>
      </p:nvGrpSpPr>
      <p:grpSpPr>
        <a:xfrm>
          <a:off x="0" y="0"/>
          <a:ext cx="0" cy="0"/>
          <a:chOff x="0" y="0"/>
          <a:chExt cx="0" cy="0"/>
        </a:xfrm>
      </p:grpSpPr>
      <p:sp>
        <p:nvSpPr>
          <p:cNvPr id="52" name="Google Shape;52;p9"/>
          <p:cNvSpPr txBox="1"/>
          <p:nvPr>
            <p:ph type="title"/>
          </p:nvPr>
        </p:nvSpPr>
        <p:spPr>
          <a:xfrm>
            <a:off x="674712" y="852168"/>
            <a:ext cx="7886700" cy="994172"/>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SzPts val="1100"/>
              <a:buNone/>
              <a:defRPr b="0" i="0" sz="3300" u="none" cap="none" strike="noStrike">
                <a:solidFill>
                  <a:schemeClr val="accent4"/>
                </a:solidFill>
                <a:latin typeface="Sorts Mill Goudy"/>
                <a:ea typeface="Sorts Mill Goudy"/>
                <a:cs typeface="Sorts Mill Goudy"/>
                <a:sym typeface="Sorts Mill Goudy"/>
              </a:defRPr>
            </a:lvl1pPr>
            <a:lvl2pPr lvl="1"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2pPr>
            <a:lvl3pPr lvl="2"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3pPr>
            <a:lvl4pPr lvl="3"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4pPr>
            <a:lvl5pPr lvl="4" marR="0" rtl="0" algn="l">
              <a:lnSpc>
                <a:spcPct val="90000"/>
              </a:lnSpc>
              <a:spcBef>
                <a:spcPts val="0"/>
              </a:spcBef>
              <a:spcAft>
                <a:spcPts val="0"/>
              </a:spcAft>
              <a:buSzPts val="1100"/>
              <a:buNone/>
              <a:defRPr b="0" i="0" sz="3300" u="none" cap="none" strike="noStrike">
                <a:solidFill>
                  <a:schemeClr val="lt2"/>
                </a:solidFill>
                <a:latin typeface="Sorts Mill Goudy"/>
                <a:ea typeface="Sorts Mill Goudy"/>
                <a:cs typeface="Sorts Mill Goudy"/>
                <a:sym typeface="Sorts Mill Goudy"/>
              </a:defRPr>
            </a:lvl5pPr>
            <a:lvl6pPr lvl="5" marR="0" rtl="0" algn="l">
              <a:spcBef>
                <a:spcPts val="0"/>
              </a:spcBef>
              <a:spcAft>
                <a:spcPts val="0"/>
              </a:spcAft>
              <a:buSzPts val="1100"/>
              <a:buNone/>
              <a:defRPr b="0" i="0" sz="1400" u="none" cap="none" strike="noStrike">
                <a:solidFill>
                  <a:schemeClr val="lt2"/>
                </a:solidFill>
              </a:defRPr>
            </a:lvl6pPr>
            <a:lvl7pPr lvl="6" marR="0" rtl="0" algn="l">
              <a:spcBef>
                <a:spcPts val="0"/>
              </a:spcBef>
              <a:spcAft>
                <a:spcPts val="0"/>
              </a:spcAft>
              <a:buSzPts val="1100"/>
              <a:buNone/>
              <a:defRPr b="0" i="0" sz="1400" u="none" cap="none" strike="noStrike">
                <a:solidFill>
                  <a:schemeClr val="lt2"/>
                </a:solidFill>
              </a:defRPr>
            </a:lvl7pPr>
            <a:lvl8pPr lvl="7" marR="0" rtl="0" algn="l">
              <a:spcBef>
                <a:spcPts val="0"/>
              </a:spcBef>
              <a:spcAft>
                <a:spcPts val="0"/>
              </a:spcAft>
              <a:buSzPts val="1100"/>
              <a:buNone/>
              <a:defRPr b="0" i="0" sz="1400" u="none" cap="none" strike="noStrike">
                <a:solidFill>
                  <a:schemeClr val="lt2"/>
                </a:solidFill>
              </a:defRPr>
            </a:lvl8pPr>
            <a:lvl9pPr lvl="8" marR="0" rtl="0" algn="l">
              <a:spcBef>
                <a:spcPts val="0"/>
              </a:spcBef>
              <a:spcAft>
                <a:spcPts val="0"/>
              </a:spcAft>
              <a:buSzPts val="1100"/>
              <a:buNone/>
              <a:defRPr b="0" i="0" sz="1400" u="none" cap="none" strike="noStrike">
                <a:solidFill>
                  <a:schemeClr val="lt2"/>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Relationship Id="rId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6.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nvSpPr>
        <p:spPr>
          <a:xfrm>
            <a:off x="0" y="0"/>
            <a:ext cx="9144000" cy="76200"/>
          </a:xfrm>
          <a:prstGeom prst="rect">
            <a:avLst/>
          </a:prstGeom>
          <a:gradFill>
            <a:gsLst>
              <a:gs pos="0">
                <a:srgbClr val="DF4693"/>
              </a:gs>
              <a:gs pos="51000">
                <a:srgbClr val="714895"/>
              </a:gs>
              <a:gs pos="100000">
                <a:srgbClr val="307EB7"/>
              </a:gs>
            </a:gsLst>
            <a:lin ang="0" scaled="0"/>
          </a:gra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b="0" i="0" sz="1400" u="none">
              <a:solidFill>
                <a:schemeClr val="lt1"/>
              </a:solidFill>
              <a:latin typeface="Hind Madurai"/>
              <a:ea typeface="Hind Madurai"/>
              <a:cs typeface="Hind Madurai"/>
              <a:sym typeface="Hind Madurai"/>
            </a:endParaRPr>
          </a:p>
        </p:txBody>
      </p:sp>
      <p:pic>
        <p:nvPicPr>
          <p:cNvPr id="11" name="Google Shape;11;p1"/>
          <p:cNvPicPr preferRelativeResize="0"/>
          <p:nvPr/>
        </p:nvPicPr>
        <p:blipFill rotWithShape="1">
          <a:blip r:embed="rId2">
            <a:alphaModFix/>
          </a:blip>
          <a:srcRect b="0" l="0" r="0" t="0"/>
          <a:stretch/>
        </p:blipFill>
        <p:spPr>
          <a:xfrm>
            <a:off x="0" y="4719638"/>
            <a:ext cx="9143998" cy="314325"/>
          </a:xfrm>
          <a:prstGeom prst="rect">
            <a:avLst/>
          </a:prstGeom>
          <a:noFill/>
          <a:ln>
            <a:noFill/>
          </a:ln>
        </p:spPr>
      </p:pic>
      <p:sp>
        <p:nvSpPr>
          <p:cNvPr id="12" name="Google Shape;12;p1"/>
          <p:cNvSpPr txBox="1"/>
          <p:nvPr>
            <p:ph idx="10" type="dt"/>
          </p:nvPr>
        </p:nvSpPr>
        <p:spPr>
          <a:xfrm>
            <a:off x="628650" y="4582715"/>
            <a:ext cx="2057400" cy="2739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SzPts val="1100"/>
              <a:buNone/>
              <a:defRPr b="0" i="0" sz="1400" u="none">
                <a:solidFill>
                  <a:schemeClr val="lt1"/>
                </a:solidFill>
                <a:latin typeface="Hind Madurai"/>
                <a:ea typeface="Hind Madurai"/>
                <a:cs typeface="Hind Madurai"/>
                <a:sym typeface="Hind Madurai"/>
              </a:defRPr>
            </a:lvl1pPr>
            <a:lvl2pPr lvl="1"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2pPr>
            <a:lvl3pPr lvl="2"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3pPr>
            <a:lvl4pPr lvl="3"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4pPr>
            <a:lvl5pPr lvl="4"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5pPr>
            <a:lvl6pPr lvl="5"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6pPr>
            <a:lvl7pPr lvl="6"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7pPr>
            <a:lvl8pPr lvl="7"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8pPr>
            <a:lvl9pPr lvl="8"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9pPr>
          </a:lstStyle>
          <a:p/>
        </p:txBody>
      </p:sp>
      <p:sp>
        <p:nvSpPr>
          <p:cNvPr id="13" name="Google Shape;13;p1"/>
          <p:cNvSpPr txBox="1"/>
          <p:nvPr>
            <p:ph idx="11" type="ftr"/>
          </p:nvPr>
        </p:nvSpPr>
        <p:spPr>
          <a:xfrm>
            <a:off x="3028950" y="4582715"/>
            <a:ext cx="3086100" cy="2739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SzPts val="1100"/>
              <a:buNone/>
              <a:defRPr b="0" i="0" sz="1400" u="none">
                <a:solidFill>
                  <a:schemeClr val="lt1"/>
                </a:solidFill>
                <a:latin typeface="Hind Madurai"/>
                <a:ea typeface="Hind Madurai"/>
                <a:cs typeface="Hind Madurai"/>
                <a:sym typeface="Hind Madurai"/>
              </a:defRPr>
            </a:lvl1pPr>
            <a:lvl2pPr lvl="1"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2pPr>
            <a:lvl3pPr lvl="2"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3pPr>
            <a:lvl4pPr lvl="3"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4pPr>
            <a:lvl5pPr lvl="4"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5pPr>
            <a:lvl6pPr lvl="5"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6pPr>
            <a:lvl7pPr lvl="6"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7pPr>
            <a:lvl8pPr lvl="7"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8pPr>
            <a:lvl9pPr lvl="8"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9pPr>
          </a:lstStyle>
          <a:p/>
        </p:txBody>
      </p:sp>
      <p:sp>
        <p:nvSpPr>
          <p:cNvPr id="14" name="Google Shape;14;p1"/>
          <p:cNvSpPr txBox="1"/>
          <p:nvPr>
            <p:ph idx="12" type="sldNum"/>
          </p:nvPr>
        </p:nvSpPr>
        <p:spPr>
          <a:xfrm>
            <a:off x="6577013" y="4582715"/>
            <a:ext cx="1749000" cy="273900"/>
          </a:xfrm>
          <a:prstGeom prst="rect">
            <a:avLst/>
          </a:prstGeom>
          <a:noFill/>
          <a:ln>
            <a:noFill/>
          </a:ln>
        </p:spPr>
        <p:txBody>
          <a:bodyPr anchorCtr="0" anchor="t" bIns="34275" lIns="68575" spcFirstLastPara="1" rIns="68575" wrap="square" tIns="34275">
            <a:noAutofit/>
          </a:bodyPr>
          <a:lstStyle>
            <a:lvl1pPr indent="0" lvl="0"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1pPr>
            <a:lvl2pPr indent="0" lvl="1"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2pPr>
            <a:lvl3pPr indent="0" lvl="2"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3pPr>
            <a:lvl4pPr indent="0" lvl="3"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4pPr>
            <a:lvl5pPr indent="0" lvl="4"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5pPr>
            <a:lvl6pPr indent="0" lvl="5"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6pPr>
            <a:lvl7pPr indent="0" lvl="6"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7pPr>
            <a:lvl8pPr indent="0" lvl="7"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8pPr>
            <a:lvl9pPr indent="0" lvl="8" marL="0" marR="0" rtl="0" algn="l">
              <a:lnSpc>
                <a:spcPct val="100000"/>
              </a:lnSpc>
              <a:spcBef>
                <a:spcPts val="0"/>
              </a:spcBef>
              <a:spcAft>
                <a:spcPts val="0"/>
              </a:spcAft>
              <a:buClr>
                <a:schemeClr val="lt1"/>
              </a:buClr>
              <a:buSzPts val="1400"/>
              <a:buFont typeface="Hind Madurai"/>
              <a:buNone/>
              <a:defRPr b="0" i="0" sz="1400" u="none">
                <a:solidFill>
                  <a:schemeClr val="lt1"/>
                </a:solidFill>
                <a:latin typeface="Hind Madurai"/>
                <a:ea typeface="Hind Madurai"/>
                <a:cs typeface="Hind Madurai"/>
                <a:sym typeface="Hind Madurai"/>
              </a:defRPr>
            </a:lvl9pPr>
          </a:lstStyle>
          <a:p>
            <a:pPr indent="0" lvl="0" marL="0" rtl="0" algn="l">
              <a:spcBef>
                <a:spcPts val="0"/>
              </a:spcBef>
              <a:spcAft>
                <a:spcPts val="0"/>
              </a:spcAft>
              <a:buNone/>
            </a:pPr>
            <a:fld id="{00000000-1234-1234-1234-123412341234}" type="slidenum">
              <a:rPr lang="en-US"/>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 name="Shape 36"/>
        <p:cNvGrpSpPr/>
        <p:nvPr/>
      </p:nvGrpSpPr>
      <p:grpSpPr>
        <a:xfrm>
          <a:off x="0" y="0"/>
          <a:ext cx="0" cy="0"/>
          <a:chOff x="0" y="0"/>
          <a:chExt cx="0" cy="0"/>
        </a:xfrm>
      </p:grpSpPr>
      <p:pic>
        <p:nvPicPr>
          <p:cNvPr id="37" name="Google Shape;37;p6"/>
          <p:cNvPicPr preferRelativeResize="0"/>
          <p:nvPr/>
        </p:nvPicPr>
        <p:blipFill rotWithShape="1">
          <a:blip r:embed="rId1">
            <a:alphaModFix/>
          </a:blip>
          <a:srcRect b="0" l="0" r="0" t="0"/>
          <a:stretch/>
        </p:blipFill>
        <p:spPr>
          <a:xfrm>
            <a:off x="3788569" y="0"/>
            <a:ext cx="5355431" cy="5143500"/>
          </a:xfrm>
          <a:prstGeom prst="rect">
            <a:avLst/>
          </a:prstGeom>
          <a:noFill/>
          <a:ln>
            <a:noFill/>
          </a:ln>
        </p:spPr>
      </p:pic>
      <p:sp>
        <p:nvSpPr>
          <p:cNvPr id="38" name="Google Shape;38;p6"/>
          <p:cNvSpPr txBox="1"/>
          <p:nvPr>
            <p:ph idx="10" type="dt"/>
          </p:nvPr>
        </p:nvSpPr>
        <p:spPr>
          <a:xfrm>
            <a:off x="628650" y="4767263"/>
            <a:ext cx="2057400" cy="273844"/>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1pPr>
            <a:lvl2pPr lvl="1"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2pPr>
            <a:lvl3pPr lvl="2"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3pPr>
            <a:lvl4pPr lvl="3"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4pPr>
            <a:lvl5pPr lvl="4"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5pPr>
            <a:lvl6pPr lvl="5"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6pPr>
            <a:lvl7pPr lvl="6"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7pPr>
            <a:lvl8pPr lvl="7"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8pPr>
            <a:lvl9pPr lvl="8"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9pPr>
          </a:lstStyle>
          <a:p/>
        </p:txBody>
      </p:sp>
      <p:sp>
        <p:nvSpPr>
          <p:cNvPr id="39" name="Google Shape;39;p6"/>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1pPr>
            <a:lvl2pPr lvl="1"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2pPr>
            <a:lvl3pPr lvl="2"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3pPr>
            <a:lvl4pPr lvl="3"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4pPr>
            <a:lvl5pPr lvl="4"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5pPr>
            <a:lvl6pPr lvl="5"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6pPr>
            <a:lvl7pPr lvl="6"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7pPr>
            <a:lvl8pPr lvl="7"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8pPr>
            <a:lvl9pPr lvl="8" marR="0" rtl="0" algn="l">
              <a:lnSpc>
                <a:spcPct val="100000"/>
              </a:lnSpc>
              <a:spcBef>
                <a:spcPts val="0"/>
              </a:spcBef>
              <a:spcAft>
                <a:spcPts val="0"/>
              </a:spcAft>
              <a:buSzPts val="1100"/>
              <a:buNone/>
              <a:defRPr b="0" i="0" sz="1400" u="none" cap="none" strike="noStrike">
                <a:solidFill>
                  <a:schemeClr val="lt1"/>
                </a:solidFill>
                <a:latin typeface="Hind Madurai"/>
                <a:ea typeface="Hind Madurai"/>
                <a:cs typeface="Hind Madurai"/>
                <a:sym typeface="Hind Madurai"/>
              </a:defRPr>
            </a:lvl9pPr>
          </a:lstStyle>
          <a:p/>
        </p:txBody>
      </p:sp>
      <p:sp>
        <p:nvSpPr>
          <p:cNvPr id="40" name="Google Shape;40;p6"/>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1pPr>
            <a:lvl2pPr indent="0" lvl="1"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2pPr>
            <a:lvl3pPr indent="0" lvl="2"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3pPr>
            <a:lvl4pPr indent="0" lvl="3"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4pPr>
            <a:lvl5pPr indent="0" lvl="4"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5pPr>
            <a:lvl6pPr indent="0" lvl="5"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6pPr>
            <a:lvl7pPr indent="0" lvl="6"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7pPr>
            <a:lvl8pPr indent="0" lvl="7"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8pPr>
            <a:lvl9pPr indent="0" lvl="8" marL="0" marR="0" rtl="0" algn="l">
              <a:lnSpc>
                <a:spcPct val="100000"/>
              </a:lnSpc>
              <a:spcBef>
                <a:spcPts val="0"/>
              </a:spcBef>
              <a:spcAft>
                <a:spcPts val="0"/>
              </a:spcAft>
              <a:buClr>
                <a:schemeClr val="lt1"/>
              </a:buClr>
              <a:buSzPts val="1400"/>
              <a:buFont typeface="Hind Madurai"/>
              <a:buNone/>
              <a:defRPr b="0" i="0" sz="1400" u="none" cap="none" strike="noStrike">
                <a:solidFill>
                  <a:schemeClr val="lt1"/>
                </a:solidFill>
                <a:latin typeface="Hind Madurai"/>
                <a:ea typeface="Hind Madurai"/>
                <a:cs typeface="Hind Madurai"/>
                <a:sym typeface="Hind Madurai"/>
              </a:defRPr>
            </a:lvl9pPr>
          </a:lstStyle>
          <a:p>
            <a:pPr indent="0" lvl="0" marL="0" rtl="0" algn="l">
              <a:spcBef>
                <a:spcPts val="0"/>
              </a:spcBef>
              <a:spcAft>
                <a:spcPts val="0"/>
              </a:spcAft>
              <a:buNone/>
            </a:pPr>
            <a:fld id="{00000000-1234-1234-1234-123412341234}" type="slidenum">
              <a:rPr lang="en-US"/>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 name="Shape 47"/>
        <p:cNvGrpSpPr/>
        <p:nvPr/>
      </p:nvGrpSpPr>
      <p:grpSpPr>
        <a:xfrm>
          <a:off x="0" y="0"/>
          <a:ext cx="0" cy="0"/>
          <a:chOff x="0" y="0"/>
          <a:chExt cx="0" cy="0"/>
        </a:xfrm>
      </p:grpSpPr>
      <p:pic>
        <p:nvPicPr>
          <p:cNvPr id="48" name="Google Shape;48;p8"/>
          <p:cNvPicPr preferRelativeResize="0"/>
          <p:nvPr/>
        </p:nvPicPr>
        <p:blipFill rotWithShape="1">
          <a:blip r:embed="rId1">
            <a:alphaModFix/>
          </a:blip>
          <a:srcRect b="0" l="0" r="0" t="0"/>
          <a:stretch/>
        </p:blipFill>
        <p:spPr>
          <a:xfrm>
            <a:off x="7196138" y="4319588"/>
            <a:ext cx="1365647" cy="614363"/>
          </a:xfrm>
          <a:prstGeom prst="rect">
            <a:avLst/>
          </a:prstGeom>
          <a:noFill/>
          <a:ln>
            <a:noFill/>
          </a:ln>
        </p:spPr>
      </p:pic>
      <p:sp>
        <p:nvSpPr>
          <p:cNvPr id="49" name="Google Shape;49;p8"/>
          <p:cNvSpPr txBox="1"/>
          <p:nvPr/>
        </p:nvSpPr>
        <p:spPr>
          <a:xfrm>
            <a:off x="912019" y="4645819"/>
            <a:ext cx="1346596" cy="27741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lt1"/>
              </a:buClr>
              <a:buSzPts val="1400"/>
              <a:buFont typeface="Hind Madurai"/>
              <a:buNone/>
            </a:pPr>
            <a:r>
              <a:rPr b="0" i="0" lang="en-US" sz="1400" u="none">
                <a:solidFill>
                  <a:schemeClr val="lt1"/>
                </a:solidFill>
                <a:latin typeface="Hind Madurai"/>
                <a:ea typeface="Hind Madurai"/>
                <a:cs typeface="Hind Madurai"/>
                <a:sym typeface="Hind Madurai"/>
              </a:rPr>
              <a:t>gis4schools.eu</a:t>
            </a:r>
            <a:endParaRPr sz="1100"/>
          </a:p>
        </p:txBody>
      </p:sp>
      <p:pic>
        <p:nvPicPr>
          <p:cNvPr id="50" name="Google Shape;50;p8"/>
          <p:cNvPicPr preferRelativeResize="0"/>
          <p:nvPr/>
        </p:nvPicPr>
        <p:blipFill rotWithShape="1">
          <a:blip r:embed="rId2">
            <a:alphaModFix/>
          </a:blip>
          <a:srcRect b="0" l="0" r="0" t="0"/>
          <a:stretch/>
        </p:blipFill>
        <p:spPr>
          <a:xfrm>
            <a:off x="711994" y="4685109"/>
            <a:ext cx="200025" cy="2000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hyperlink" Target="https://www.miteco.gob.es/es/cartografia-y-sig/ide/directorio_datos_servicios/servicio_ogc.aspx" TargetMode="External"/><Relationship Id="rId10"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hyperlink" Target="https://www.idee.es/segun-tipo-de-servicio" TargetMode="External"/><Relationship Id="rId6" Type="http://schemas.openxmlformats.org/officeDocument/2006/relationships/hyperlink" Target="http://ideib.caib.es/cataleg/srv/cat/catalog.search;jsessionid=2743E07181097224BB704C8F2960F68A#/home" TargetMode="External"/><Relationship Id="rId7" Type="http://schemas.openxmlformats.org/officeDocument/2006/relationships/hyperlink" Target="https://www.cartociudad.es/portal/web/guest/directorio-de-servicios" TargetMode="External"/><Relationship Id="rId8" Type="http://schemas.openxmlformats.org/officeDocument/2006/relationships/hyperlink" Target="https://www.ign.es/web/ign/portal/ide-area-nodo-ide-ig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hyperlink" Target="https://youtu.be/Phwrgb16oEM" TargetMode="External"/><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hyperlink" Target="http://www.youtube.com/watch?v=Phwrgb16oEM" TargetMode="External"/><Relationship Id="rId8"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hyperlink" Target="https://api06.dev.openstreetmap.org" TargetMode="External"/><Relationship Id="rId5" Type="http://schemas.openxmlformats.org/officeDocument/2006/relationships/hyperlink" Target="https://wiki.openstreetmap.org/wiki/Map_features" TargetMode="External"/><Relationship Id="rId6" Type="http://schemas.openxmlformats.org/officeDocument/2006/relationships/image" Target="../media/image3.png"/><Relationship Id="rId7"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hyperlink" Target="https://www.cartociudad.es/portal/web/guest/directorio-de-servicio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jp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jp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jp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jp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jpg"/><Relationship Id="rId4" Type="http://schemas.openxmlformats.org/officeDocument/2006/relationships/hyperlink" Target="https://ca.wikipedia.org/wiki/Estany_Puden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jp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2.jp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2.jp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jp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jp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jp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8.png"/><Relationship Id="rId4" Type="http://schemas.openxmlformats.org/officeDocument/2006/relationships/image" Target="../media/image16.png"/><Relationship Id="rId10" Type="http://schemas.openxmlformats.org/officeDocument/2006/relationships/hyperlink" Target="https://www.linkedin.com/showcase/gis4schools/" TargetMode="External"/><Relationship Id="rId9" Type="http://schemas.openxmlformats.org/officeDocument/2006/relationships/hyperlink" Target="https://twitter.com/GIS_4_Schools" TargetMode="External"/><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7.png"/><Relationship Id="rId8" Type="http://schemas.openxmlformats.org/officeDocument/2006/relationships/hyperlink" Target="https://www.facebook.com/GIS4Schools-117698636773307"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0"/>
          <p:cNvSpPr txBox="1"/>
          <p:nvPr>
            <p:ph type="ctrTitle"/>
          </p:nvPr>
        </p:nvSpPr>
        <p:spPr>
          <a:xfrm>
            <a:off x="533400" y="1434703"/>
            <a:ext cx="3914775" cy="1335881"/>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None/>
            </a:pPr>
            <a:r>
              <a:rPr lang="en-US"/>
              <a:t>GIS4Schools</a:t>
            </a:r>
            <a:endParaRPr/>
          </a:p>
          <a:p>
            <a:pPr indent="0" lvl="0" marL="0" rtl="0" algn="l">
              <a:lnSpc>
                <a:spcPct val="90000"/>
              </a:lnSpc>
              <a:spcBef>
                <a:spcPts val="0"/>
              </a:spcBef>
              <a:spcAft>
                <a:spcPts val="0"/>
              </a:spcAft>
              <a:buNone/>
            </a:pPr>
            <a:r>
              <a:rPr lang="en-US" sz="2500"/>
              <a:t>Sessió VI, VII i VIII</a:t>
            </a:r>
            <a:endParaRPr sz="2500"/>
          </a:p>
        </p:txBody>
      </p:sp>
      <p:sp>
        <p:nvSpPr>
          <p:cNvPr id="58" name="Google Shape;58;p10"/>
          <p:cNvSpPr txBox="1"/>
          <p:nvPr>
            <p:ph idx="1" type="subTitle"/>
          </p:nvPr>
        </p:nvSpPr>
        <p:spPr>
          <a:xfrm>
            <a:off x="533400" y="2837259"/>
            <a:ext cx="3914775" cy="1241821"/>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lt1"/>
              </a:buClr>
              <a:buSzPts val="1800"/>
              <a:buNone/>
            </a:pPr>
            <a:r>
              <a:rPr lang="en-US"/>
              <a:t>IES MARC FERRER</a:t>
            </a:r>
            <a:endParaRPr/>
          </a:p>
          <a:p>
            <a:pPr indent="0" lvl="0" marL="0" rtl="0" algn="l">
              <a:lnSpc>
                <a:spcPct val="90000"/>
              </a:lnSpc>
              <a:spcBef>
                <a:spcPts val="0"/>
              </a:spcBef>
              <a:spcAft>
                <a:spcPts val="0"/>
              </a:spcAft>
              <a:buClr>
                <a:schemeClr val="lt1"/>
              </a:buClr>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 name="Shape 62"/>
        <p:cNvGrpSpPr/>
        <p:nvPr/>
      </p:nvGrpSpPr>
      <p:grpSpPr>
        <a:xfrm>
          <a:off x="0" y="0"/>
          <a:ext cx="0" cy="0"/>
          <a:chOff x="0" y="0"/>
          <a:chExt cx="0" cy="0"/>
        </a:xfrm>
      </p:grpSpPr>
      <p:sp>
        <p:nvSpPr>
          <p:cNvPr id="63" name="Google Shape;63;p11"/>
          <p:cNvSpPr txBox="1"/>
          <p:nvPr/>
        </p:nvSpPr>
        <p:spPr>
          <a:xfrm>
            <a:off x="1812200" y="263063"/>
            <a:ext cx="4799400" cy="7080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US" sz="4000">
                <a:latin typeface="Calibri"/>
                <a:ea typeface="Calibri"/>
                <a:cs typeface="Calibri"/>
                <a:sym typeface="Calibri"/>
              </a:rPr>
              <a:t>ÍNDEX</a:t>
            </a:r>
            <a:endParaRPr b="1" sz="4000">
              <a:latin typeface="Calibri"/>
              <a:ea typeface="Calibri"/>
              <a:cs typeface="Calibri"/>
              <a:sym typeface="Calibri"/>
            </a:endParaRPr>
          </a:p>
        </p:txBody>
      </p:sp>
      <p:sp>
        <p:nvSpPr>
          <p:cNvPr id="64" name="Google Shape;64;p11"/>
          <p:cNvSpPr txBox="1"/>
          <p:nvPr/>
        </p:nvSpPr>
        <p:spPr>
          <a:xfrm>
            <a:off x="2004350" y="971063"/>
            <a:ext cx="6369300" cy="2401200"/>
          </a:xfrm>
          <a:prstGeom prst="rect">
            <a:avLst/>
          </a:prstGeom>
          <a:noFill/>
          <a:ln>
            <a:noFill/>
          </a:ln>
        </p:spPr>
        <p:txBody>
          <a:bodyPr anchorCtr="0" anchor="t" bIns="45725" lIns="45725" spcFirstLastPara="1" rIns="45725" wrap="square" tIns="45725">
            <a:spAutoFit/>
          </a:bodyPr>
          <a:lstStyle/>
          <a:p>
            <a:pPr indent="-273050" lvl="0" marL="228600" rtl="0" algn="l">
              <a:spcBef>
                <a:spcPts val="0"/>
              </a:spcBef>
              <a:spcAft>
                <a:spcPts val="0"/>
              </a:spcAft>
              <a:buSzPts val="2500"/>
              <a:buFont typeface="Calibri"/>
              <a:buAutoNum type="arabicPeriod"/>
            </a:pPr>
            <a:r>
              <a:rPr lang="en-US" sz="2500">
                <a:latin typeface="Calibri"/>
                <a:ea typeface="Calibri"/>
                <a:cs typeface="Calibri"/>
                <a:sym typeface="Calibri"/>
              </a:rPr>
              <a:t>QGIS i arxius OGC (WMS/WMTS, WCS, WFS)</a:t>
            </a:r>
            <a:endParaRPr sz="2500">
              <a:latin typeface="Calibri"/>
              <a:ea typeface="Calibri"/>
              <a:cs typeface="Calibri"/>
              <a:sym typeface="Calibri"/>
            </a:endParaRPr>
          </a:p>
          <a:p>
            <a:pPr indent="-273050" lvl="0" marL="228600" rtl="0" algn="l">
              <a:spcBef>
                <a:spcPts val="0"/>
              </a:spcBef>
              <a:spcAft>
                <a:spcPts val="0"/>
              </a:spcAft>
              <a:buSzPts val="2500"/>
              <a:buFont typeface="Calibri"/>
              <a:buAutoNum type="arabicPeriod"/>
            </a:pPr>
            <a:r>
              <a:rPr lang="en-US" sz="2500">
                <a:latin typeface="Calibri"/>
                <a:ea typeface="Calibri"/>
                <a:cs typeface="Calibri"/>
                <a:sym typeface="Calibri"/>
              </a:rPr>
              <a:t>Servidors Web Geoespacials espanyols (OGC)</a:t>
            </a:r>
            <a:endParaRPr sz="2500">
              <a:highlight>
                <a:srgbClr val="FFFF00"/>
              </a:highlight>
              <a:latin typeface="Calibri"/>
              <a:ea typeface="Calibri"/>
              <a:cs typeface="Calibri"/>
              <a:sym typeface="Calibri"/>
            </a:endParaRPr>
          </a:p>
          <a:p>
            <a:pPr indent="-273050" lvl="0" marL="228600" rtl="0" algn="l">
              <a:spcBef>
                <a:spcPts val="0"/>
              </a:spcBef>
              <a:spcAft>
                <a:spcPts val="0"/>
              </a:spcAft>
              <a:buSzPts val="2500"/>
              <a:buFont typeface="Calibri"/>
              <a:buAutoNum type="arabicPeriod"/>
            </a:pPr>
            <a:r>
              <a:rPr lang="en-US" sz="2500">
                <a:latin typeface="Calibri"/>
                <a:ea typeface="Calibri"/>
                <a:cs typeface="Calibri"/>
                <a:sym typeface="Calibri"/>
              </a:rPr>
              <a:t>Open Street Maps (OPS)</a:t>
            </a:r>
            <a:endParaRPr sz="2500">
              <a:latin typeface="Calibri"/>
              <a:ea typeface="Calibri"/>
              <a:cs typeface="Calibri"/>
              <a:sym typeface="Calibri"/>
            </a:endParaRPr>
          </a:p>
          <a:p>
            <a:pPr indent="-273050" lvl="0" marL="228600" rtl="0" algn="l">
              <a:spcBef>
                <a:spcPts val="0"/>
              </a:spcBef>
              <a:spcAft>
                <a:spcPts val="0"/>
              </a:spcAft>
              <a:buSzPts val="2500"/>
              <a:buFont typeface="Calibri"/>
              <a:buAutoNum type="arabicPeriod"/>
            </a:pPr>
            <a:r>
              <a:rPr lang="en-US" sz="2500">
                <a:latin typeface="Calibri"/>
                <a:ea typeface="Calibri"/>
                <a:cs typeface="Calibri"/>
                <a:sym typeface="Calibri"/>
              </a:rPr>
              <a:t>Activitat OSM</a:t>
            </a:r>
            <a:endParaRPr sz="2500">
              <a:latin typeface="Calibri"/>
              <a:ea typeface="Calibri"/>
              <a:cs typeface="Calibri"/>
              <a:sym typeface="Calibri"/>
            </a:endParaRPr>
          </a:p>
          <a:p>
            <a:pPr indent="-273050" lvl="0" marL="228600" rtl="0" algn="l">
              <a:spcBef>
                <a:spcPts val="0"/>
              </a:spcBef>
              <a:spcAft>
                <a:spcPts val="0"/>
              </a:spcAft>
              <a:buSzPts val="2500"/>
              <a:buFont typeface="Calibri"/>
              <a:buAutoNum type="arabicPeriod"/>
            </a:pPr>
            <a:r>
              <a:rPr lang="en-US" sz="2500">
                <a:latin typeface="Calibri"/>
                <a:ea typeface="Calibri"/>
                <a:cs typeface="Calibri"/>
                <a:sym typeface="Calibri"/>
              </a:rPr>
              <a:t>Activitat Digitalització d’un mapa</a:t>
            </a:r>
            <a:endParaRPr sz="2500">
              <a:latin typeface="Calibri"/>
              <a:ea typeface="Calibri"/>
              <a:cs typeface="Calibri"/>
              <a:sym typeface="Calibri"/>
            </a:endParaRPr>
          </a:p>
          <a:p>
            <a:pPr indent="-273050" lvl="0" marL="228600" rtl="0" algn="l">
              <a:spcBef>
                <a:spcPts val="0"/>
              </a:spcBef>
              <a:spcAft>
                <a:spcPts val="0"/>
              </a:spcAft>
              <a:buSzPts val="2500"/>
              <a:buFont typeface="Calibri"/>
              <a:buAutoNum type="arabicPeriod"/>
            </a:pPr>
            <a:r>
              <a:rPr lang="en-US" sz="2500">
                <a:latin typeface="Calibri"/>
                <a:ea typeface="Calibri"/>
                <a:cs typeface="Calibri"/>
                <a:sym typeface="Calibri"/>
              </a:rPr>
              <a:t>Activitat Digitalització d’un mapa 2</a:t>
            </a:r>
            <a:endParaRPr sz="25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2"/>
          <p:cNvSpPr txBox="1"/>
          <p:nvPr>
            <p:ph type="title"/>
          </p:nvPr>
        </p:nvSpPr>
        <p:spPr>
          <a:xfrm>
            <a:off x="628650" y="273848"/>
            <a:ext cx="7886700" cy="7200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 QGIS i arxius OGC</a:t>
            </a:r>
            <a:endParaRPr/>
          </a:p>
        </p:txBody>
      </p:sp>
      <p:pic>
        <p:nvPicPr>
          <p:cNvPr id="70" name="Google Shape;70;p12"/>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71" name="Google Shape;71;p12"/>
          <p:cNvSpPr txBox="1"/>
          <p:nvPr>
            <p:ph idx="1" type="body"/>
          </p:nvPr>
        </p:nvSpPr>
        <p:spPr>
          <a:xfrm>
            <a:off x="628650" y="805775"/>
            <a:ext cx="7684200" cy="4041000"/>
          </a:xfrm>
          <a:prstGeom prst="rect">
            <a:avLst/>
          </a:prstGeom>
        </p:spPr>
        <p:txBody>
          <a:bodyPr anchorCtr="0" anchor="t" bIns="34275" lIns="68575" spcFirstLastPara="1" rIns="68575" wrap="square" tIns="34275">
            <a:normAutofit fontScale="92500" lnSpcReduction="20000"/>
          </a:bodyPr>
          <a:lstStyle/>
          <a:p>
            <a:pPr indent="0" lvl="0" marL="0" marR="38100" rtl="0" algn="just">
              <a:lnSpc>
                <a:spcPct val="128571"/>
              </a:lnSpc>
              <a:spcBef>
                <a:spcPts val="0"/>
              </a:spcBef>
              <a:spcAft>
                <a:spcPts val="0"/>
              </a:spcAft>
              <a:buNone/>
            </a:pPr>
            <a:r>
              <a:rPr lang="en-US" sz="1900">
                <a:solidFill>
                  <a:srgbClr val="202124"/>
                </a:solidFill>
                <a:latin typeface="Sorts Mill Goudy"/>
                <a:ea typeface="Sorts Mill Goudy"/>
                <a:cs typeface="Sorts Mill Goudy"/>
                <a:sym typeface="Sorts Mill Goudy"/>
              </a:rPr>
              <a:t>Una manera possible d’enriquir un projecte SIG és mitjançant l’ús de</a:t>
            </a:r>
            <a:r>
              <a:rPr b="1" lang="en-US" sz="1900">
                <a:solidFill>
                  <a:srgbClr val="202124"/>
                </a:solidFill>
                <a:latin typeface="Sorts Mill Goudy"/>
                <a:ea typeface="Sorts Mill Goudy"/>
                <a:cs typeface="Sorts Mill Goudy"/>
                <a:sym typeface="Sorts Mill Goudy"/>
              </a:rPr>
              <a:t> serveis web geoespacials </a:t>
            </a:r>
            <a:r>
              <a:rPr lang="en-US" sz="1900">
                <a:solidFill>
                  <a:srgbClr val="202124"/>
                </a:solidFill>
                <a:latin typeface="Sorts Mill Goudy"/>
                <a:ea typeface="Sorts Mill Goudy"/>
                <a:cs typeface="Sorts Mill Goudy"/>
                <a:sym typeface="Sorts Mill Goudy"/>
              </a:rPr>
              <a:t>i dades que s’emmagatzemen en servidors connectats mitjançant </a:t>
            </a:r>
            <a:r>
              <a:rPr b="1" lang="en-US" sz="1900">
                <a:solidFill>
                  <a:srgbClr val="202124"/>
                </a:solidFill>
                <a:latin typeface="Sorts Mill Goudy"/>
                <a:ea typeface="Sorts Mill Goudy"/>
                <a:cs typeface="Sorts Mill Goudy"/>
                <a:sym typeface="Sorts Mill Goudy"/>
              </a:rPr>
              <a:t>Internet</a:t>
            </a:r>
            <a:r>
              <a:rPr lang="en-US" sz="1900">
                <a:solidFill>
                  <a:srgbClr val="202124"/>
                </a:solidFill>
                <a:latin typeface="Sorts Mill Goudy"/>
                <a:ea typeface="Sorts Mill Goudy"/>
                <a:cs typeface="Sorts Mill Goudy"/>
                <a:sym typeface="Sorts Mill Goudy"/>
              </a:rPr>
              <a:t>.</a:t>
            </a:r>
            <a:endParaRPr sz="1900">
              <a:solidFill>
                <a:srgbClr val="202124"/>
              </a:solidFill>
              <a:latin typeface="Sorts Mill Goudy"/>
              <a:ea typeface="Sorts Mill Goudy"/>
              <a:cs typeface="Sorts Mill Goudy"/>
              <a:sym typeface="Sorts Mill Goudy"/>
            </a:endParaRPr>
          </a:p>
          <a:p>
            <a:pPr indent="0" lvl="0" marL="0" marR="38100" rtl="0" algn="just">
              <a:lnSpc>
                <a:spcPct val="128571"/>
              </a:lnSpc>
              <a:spcBef>
                <a:spcPts val="0"/>
              </a:spcBef>
              <a:spcAft>
                <a:spcPts val="0"/>
              </a:spcAft>
              <a:buNone/>
            </a:pPr>
            <a:r>
              <a:t/>
            </a:r>
            <a:endParaRPr sz="1900">
              <a:solidFill>
                <a:srgbClr val="202124"/>
              </a:solidFill>
              <a:latin typeface="Sorts Mill Goudy"/>
              <a:ea typeface="Sorts Mill Goudy"/>
              <a:cs typeface="Sorts Mill Goudy"/>
              <a:sym typeface="Sorts Mill Goudy"/>
            </a:endParaRPr>
          </a:p>
          <a:p>
            <a:pPr indent="0" lvl="0" marL="0" marR="38100" rtl="0" algn="just">
              <a:lnSpc>
                <a:spcPct val="128571"/>
              </a:lnSpc>
              <a:spcBef>
                <a:spcPts val="0"/>
              </a:spcBef>
              <a:spcAft>
                <a:spcPts val="0"/>
              </a:spcAft>
              <a:buNone/>
            </a:pPr>
            <a:r>
              <a:rPr lang="en-US" sz="1900">
                <a:solidFill>
                  <a:srgbClr val="202124"/>
                </a:solidFill>
                <a:latin typeface="Sorts Mill Goudy"/>
                <a:ea typeface="Sorts Mill Goudy"/>
                <a:cs typeface="Sorts Mill Goudy"/>
                <a:sym typeface="Sorts Mill Goudy"/>
              </a:rPr>
              <a:t>Ens interessa específicament els serveis web geoespacials, que permeten que les </a:t>
            </a:r>
            <a:r>
              <a:rPr b="1" lang="en-US" sz="1900">
                <a:solidFill>
                  <a:srgbClr val="202124"/>
                </a:solidFill>
                <a:latin typeface="Sorts Mill Goudy"/>
                <a:ea typeface="Sorts Mill Goudy"/>
                <a:cs typeface="Sorts Mill Goudy"/>
                <a:sym typeface="Sorts Mill Goudy"/>
              </a:rPr>
              <a:t>dades i funcions geoespacials</a:t>
            </a:r>
            <a:r>
              <a:rPr lang="en-US" sz="1900">
                <a:solidFill>
                  <a:srgbClr val="202124"/>
                </a:solidFill>
                <a:latin typeface="Sorts Mill Goudy"/>
                <a:ea typeface="Sorts Mill Goudy"/>
                <a:cs typeface="Sorts Mill Goudy"/>
                <a:sym typeface="Sorts Mill Goudy"/>
              </a:rPr>
              <a:t> siguin </a:t>
            </a:r>
            <a:r>
              <a:rPr b="1" lang="en-US" sz="1900">
                <a:solidFill>
                  <a:srgbClr val="202124"/>
                </a:solidFill>
                <a:latin typeface="Sorts Mill Goudy"/>
                <a:ea typeface="Sorts Mill Goudy"/>
                <a:cs typeface="Sorts Mill Goudy"/>
                <a:sym typeface="Sorts Mill Goudy"/>
              </a:rPr>
              <a:t>interoperables</a:t>
            </a:r>
            <a:r>
              <a:rPr lang="en-US" sz="1900">
                <a:solidFill>
                  <a:srgbClr val="202124"/>
                </a:solidFill>
                <a:latin typeface="Sorts Mill Goudy"/>
                <a:ea typeface="Sorts Mill Goudy"/>
                <a:cs typeface="Sorts Mill Goudy"/>
                <a:sym typeface="Sorts Mill Goudy"/>
              </a:rPr>
              <a:t>.</a:t>
            </a:r>
            <a:endParaRPr sz="1900">
              <a:solidFill>
                <a:srgbClr val="202124"/>
              </a:solidFill>
              <a:latin typeface="Sorts Mill Goudy"/>
              <a:ea typeface="Sorts Mill Goudy"/>
              <a:cs typeface="Sorts Mill Goudy"/>
              <a:sym typeface="Sorts Mill Goudy"/>
            </a:endParaRPr>
          </a:p>
          <a:p>
            <a:pPr indent="0" lvl="0" marL="0" marR="38100" rtl="0" algn="just">
              <a:lnSpc>
                <a:spcPct val="128571"/>
              </a:lnSpc>
              <a:spcBef>
                <a:spcPts val="0"/>
              </a:spcBef>
              <a:spcAft>
                <a:spcPts val="0"/>
              </a:spcAft>
              <a:buNone/>
            </a:pPr>
            <a:r>
              <a:t/>
            </a:r>
            <a:endParaRPr sz="1900">
              <a:solidFill>
                <a:srgbClr val="202124"/>
              </a:solidFill>
              <a:latin typeface="Sorts Mill Goudy"/>
              <a:ea typeface="Sorts Mill Goudy"/>
              <a:cs typeface="Sorts Mill Goudy"/>
              <a:sym typeface="Sorts Mill Goudy"/>
            </a:endParaRPr>
          </a:p>
          <a:p>
            <a:pPr indent="0" lvl="0" marL="0" marR="38100" rtl="0" algn="just">
              <a:lnSpc>
                <a:spcPct val="128571"/>
              </a:lnSpc>
              <a:spcBef>
                <a:spcPts val="0"/>
              </a:spcBef>
              <a:spcAft>
                <a:spcPts val="0"/>
              </a:spcAft>
              <a:buNone/>
            </a:pPr>
            <a:r>
              <a:rPr lang="en-US" sz="1900">
                <a:solidFill>
                  <a:srgbClr val="202124"/>
                </a:solidFill>
                <a:latin typeface="Sorts Mill Goudy"/>
                <a:ea typeface="Sorts Mill Goudy"/>
                <a:cs typeface="Sorts Mill Goudy"/>
                <a:sym typeface="Sorts Mill Goudy"/>
              </a:rPr>
              <a:t>Per obtenir interoperabilitat, calen </a:t>
            </a:r>
            <a:r>
              <a:rPr b="1" lang="en-US" sz="1900">
                <a:solidFill>
                  <a:srgbClr val="202124"/>
                </a:solidFill>
                <a:latin typeface="Sorts Mill Goudy"/>
                <a:ea typeface="Sorts Mill Goudy"/>
                <a:cs typeface="Sorts Mill Goudy"/>
                <a:sym typeface="Sorts Mill Goudy"/>
              </a:rPr>
              <a:t>estàndards</a:t>
            </a:r>
            <a:r>
              <a:rPr lang="en-US" sz="1900">
                <a:solidFill>
                  <a:srgbClr val="202124"/>
                </a:solidFill>
                <a:latin typeface="Sorts Mill Goudy"/>
                <a:ea typeface="Sorts Mill Goudy"/>
                <a:cs typeface="Sorts Mill Goudy"/>
                <a:sym typeface="Sorts Mill Goudy"/>
              </a:rPr>
              <a:t>, en el cas de la informació geoespacial, ens referim a les normes </a:t>
            </a:r>
            <a:r>
              <a:rPr b="1" lang="en-US" sz="1900">
                <a:solidFill>
                  <a:srgbClr val="202124"/>
                </a:solidFill>
                <a:latin typeface="Sorts Mill Goudy"/>
                <a:ea typeface="Sorts Mill Goudy"/>
                <a:cs typeface="Sorts Mill Goudy"/>
                <a:sym typeface="Sorts Mill Goudy"/>
              </a:rPr>
              <a:t>ISO TC 211</a:t>
            </a:r>
            <a:r>
              <a:rPr lang="en-US" sz="1900">
                <a:solidFill>
                  <a:srgbClr val="202124"/>
                </a:solidFill>
                <a:latin typeface="Sorts Mill Goudy"/>
                <a:ea typeface="Sorts Mill Goudy"/>
                <a:cs typeface="Sorts Mill Goudy"/>
                <a:sym typeface="Sorts Mill Goudy"/>
              </a:rPr>
              <a:t> i a les normes </a:t>
            </a:r>
            <a:r>
              <a:rPr b="1" lang="en-US" sz="1900">
                <a:solidFill>
                  <a:srgbClr val="202124"/>
                </a:solidFill>
                <a:latin typeface="Sorts Mill Goudy"/>
                <a:ea typeface="Sorts Mill Goudy"/>
                <a:cs typeface="Sorts Mill Goudy"/>
                <a:sym typeface="Sorts Mill Goudy"/>
              </a:rPr>
              <a:t>OGC</a:t>
            </a:r>
            <a:r>
              <a:rPr lang="en-US" sz="1900">
                <a:solidFill>
                  <a:srgbClr val="202124"/>
                </a:solidFill>
                <a:latin typeface="Sorts Mill Goudy"/>
                <a:ea typeface="Sorts Mill Goudy"/>
                <a:cs typeface="Sorts Mill Goudy"/>
                <a:sym typeface="Sorts Mill Goudy"/>
              </a:rPr>
              <a:t> (Open Geospatial Consortium).</a:t>
            </a:r>
            <a:endParaRPr sz="1900">
              <a:solidFill>
                <a:srgbClr val="202124"/>
              </a:solidFill>
              <a:latin typeface="Sorts Mill Goudy"/>
              <a:ea typeface="Sorts Mill Goudy"/>
              <a:cs typeface="Sorts Mill Goudy"/>
              <a:sym typeface="Sorts Mill Goudy"/>
            </a:endParaRPr>
          </a:p>
          <a:p>
            <a:pPr indent="0" lvl="0" marL="0" marR="38100" rtl="0" algn="just">
              <a:lnSpc>
                <a:spcPct val="128571"/>
              </a:lnSpc>
              <a:spcBef>
                <a:spcPts val="0"/>
              </a:spcBef>
              <a:spcAft>
                <a:spcPts val="0"/>
              </a:spcAft>
              <a:buNone/>
            </a:pPr>
            <a:r>
              <a:t/>
            </a:r>
            <a:endParaRPr sz="1900">
              <a:solidFill>
                <a:srgbClr val="202124"/>
              </a:solidFill>
              <a:latin typeface="Sorts Mill Goudy"/>
              <a:ea typeface="Sorts Mill Goudy"/>
              <a:cs typeface="Sorts Mill Goudy"/>
              <a:sym typeface="Sorts Mill Goudy"/>
            </a:endParaRPr>
          </a:p>
          <a:p>
            <a:pPr indent="0" lvl="0" marL="0" marR="38100" rtl="0" algn="just">
              <a:lnSpc>
                <a:spcPct val="128571"/>
              </a:lnSpc>
              <a:spcBef>
                <a:spcPts val="0"/>
              </a:spcBef>
              <a:spcAft>
                <a:spcPts val="0"/>
              </a:spcAft>
              <a:buNone/>
            </a:pPr>
            <a:r>
              <a:rPr b="1" lang="en-US" sz="1900">
                <a:solidFill>
                  <a:srgbClr val="202124"/>
                </a:solidFill>
                <a:latin typeface="Sorts Mill Goudy"/>
                <a:ea typeface="Sorts Mill Goudy"/>
                <a:cs typeface="Sorts Mill Goudy"/>
                <a:sym typeface="Sorts Mill Goudy"/>
              </a:rPr>
              <a:t>QGIS </a:t>
            </a:r>
            <a:r>
              <a:rPr lang="en-US" sz="1900">
                <a:solidFill>
                  <a:srgbClr val="202124"/>
                </a:solidFill>
                <a:latin typeface="Sorts Mill Goudy"/>
                <a:ea typeface="Sorts Mill Goudy"/>
                <a:cs typeface="Sorts Mill Goudy"/>
                <a:sym typeface="Sorts Mill Goudy"/>
              </a:rPr>
              <a:t>permet la connexió a servidors que ofereixen dades geoespacials de conformitat amb els estàndards de servei </a:t>
            </a:r>
            <a:r>
              <a:rPr b="1" lang="en-US" sz="1900">
                <a:solidFill>
                  <a:srgbClr val="202124"/>
                </a:solidFill>
                <a:latin typeface="Sorts Mill Goudy"/>
                <a:ea typeface="Sorts Mill Goudy"/>
                <a:cs typeface="Sorts Mill Goudy"/>
                <a:sym typeface="Sorts Mill Goudy"/>
              </a:rPr>
              <a:t>OGC</a:t>
            </a:r>
            <a:r>
              <a:rPr lang="en-US" sz="1900">
                <a:solidFill>
                  <a:srgbClr val="202124"/>
                </a:solidFill>
                <a:latin typeface="Sorts Mill Goudy"/>
                <a:ea typeface="Sorts Mill Goudy"/>
                <a:cs typeface="Sorts Mill Goudy"/>
                <a:sym typeface="Sorts Mill Goudy"/>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title"/>
          </p:nvPr>
        </p:nvSpPr>
        <p:spPr>
          <a:xfrm>
            <a:off x="628650" y="273848"/>
            <a:ext cx="7886700" cy="7200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 QGIS i arxius OGC</a:t>
            </a:r>
            <a:endParaRPr/>
          </a:p>
        </p:txBody>
      </p:sp>
      <p:pic>
        <p:nvPicPr>
          <p:cNvPr id="77" name="Google Shape;77;p13"/>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78" name="Google Shape;78;p13"/>
          <p:cNvSpPr txBox="1"/>
          <p:nvPr>
            <p:ph idx="1" type="body"/>
          </p:nvPr>
        </p:nvSpPr>
        <p:spPr>
          <a:xfrm>
            <a:off x="628650" y="805775"/>
            <a:ext cx="7684200" cy="4015500"/>
          </a:xfrm>
          <a:prstGeom prst="rect">
            <a:avLst/>
          </a:prstGeom>
        </p:spPr>
        <p:txBody>
          <a:bodyPr anchorCtr="0" anchor="t" bIns="34275" lIns="68575" spcFirstLastPara="1" rIns="68575" wrap="square" tIns="34275">
            <a:normAutofit fontScale="70000" lnSpcReduction="20000"/>
          </a:bodyPr>
          <a:lstStyle/>
          <a:p>
            <a:pPr indent="-348615" lvl="0" marL="457200" marR="38100" rtl="0" algn="just">
              <a:lnSpc>
                <a:spcPct val="128571"/>
              </a:lnSpc>
              <a:spcBef>
                <a:spcPts val="0"/>
              </a:spcBef>
              <a:spcAft>
                <a:spcPts val="0"/>
              </a:spcAft>
              <a:buSzPct val="108000"/>
              <a:buFont typeface="Sorts Mill Goudy"/>
              <a:buAutoNum type="alphaLcPeriod"/>
            </a:pPr>
            <a:r>
              <a:rPr lang="en-US" sz="2500">
                <a:solidFill>
                  <a:srgbClr val="202124"/>
                </a:solidFill>
                <a:latin typeface="Sorts Mill Goudy"/>
                <a:ea typeface="Sorts Mill Goudy"/>
                <a:cs typeface="Sorts Mill Goudy"/>
                <a:sym typeface="Sorts Mill Goudy"/>
              </a:rPr>
              <a:t>WMS / WMTS</a:t>
            </a:r>
            <a:endParaRPr sz="2500">
              <a:solidFill>
                <a:srgbClr val="202124"/>
              </a:solidFill>
              <a:latin typeface="Sorts Mill Goudy"/>
              <a:ea typeface="Sorts Mill Goudy"/>
              <a:cs typeface="Sorts Mill Goudy"/>
              <a:sym typeface="Sorts Mill Goudy"/>
            </a:endParaRPr>
          </a:p>
          <a:p>
            <a:pPr indent="0" lvl="0" marL="457200" marR="38100" rtl="0" algn="just">
              <a:lnSpc>
                <a:spcPct val="128571"/>
              </a:lnSpc>
              <a:spcBef>
                <a:spcPts val="0"/>
              </a:spcBef>
              <a:spcAft>
                <a:spcPts val="0"/>
              </a:spcAft>
              <a:buNone/>
            </a:pPr>
            <a:r>
              <a:rPr lang="en-US" sz="2329">
                <a:solidFill>
                  <a:srgbClr val="202124"/>
                </a:solidFill>
                <a:latin typeface="Sorts Mill Goudy"/>
                <a:ea typeface="Sorts Mill Goudy"/>
                <a:cs typeface="Sorts Mill Goudy"/>
                <a:sym typeface="Sorts Mill Goudy"/>
              </a:rPr>
              <a:t>WMS - </a:t>
            </a:r>
            <a:r>
              <a:rPr lang="en-US" sz="2329">
                <a:solidFill>
                  <a:srgbClr val="404040"/>
                </a:solidFill>
                <a:latin typeface="Sorts Mill Goudy"/>
                <a:ea typeface="Sorts Mill Goudy"/>
                <a:cs typeface="Sorts Mill Goudy"/>
                <a:sym typeface="Sorts Mill Goudy"/>
              </a:rPr>
              <a:t>Web Map Service</a:t>
            </a:r>
            <a:endParaRPr sz="2329">
              <a:solidFill>
                <a:srgbClr val="404040"/>
              </a:solidFill>
              <a:latin typeface="Sorts Mill Goudy"/>
              <a:ea typeface="Sorts Mill Goudy"/>
              <a:cs typeface="Sorts Mill Goudy"/>
              <a:sym typeface="Sorts Mill Goudy"/>
            </a:endParaRPr>
          </a:p>
          <a:p>
            <a:pPr indent="0" lvl="0" marL="457200" marR="38100" rtl="0" algn="just">
              <a:lnSpc>
                <a:spcPct val="128571"/>
              </a:lnSpc>
              <a:spcBef>
                <a:spcPts val="0"/>
              </a:spcBef>
              <a:spcAft>
                <a:spcPts val="0"/>
              </a:spcAft>
              <a:buNone/>
            </a:pPr>
            <a:r>
              <a:rPr lang="en-US" sz="2329">
                <a:solidFill>
                  <a:srgbClr val="404040"/>
                </a:solidFill>
                <a:latin typeface="Sorts Mill Goudy"/>
                <a:ea typeface="Sorts Mill Goudy"/>
                <a:cs typeface="Sorts Mill Goudy"/>
                <a:sym typeface="Sorts Mill Goudy"/>
              </a:rPr>
              <a:t>WMTS -   Web Map Tile Service</a:t>
            </a:r>
            <a:endParaRPr sz="2329">
              <a:solidFill>
                <a:srgbClr val="404040"/>
              </a:solidFill>
              <a:latin typeface="Sorts Mill Goudy"/>
              <a:ea typeface="Sorts Mill Goudy"/>
              <a:cs typeface="Sorts Mill Goudy"/>
              <a:sym typeface="Sorts Mill Goudy"/>
            </a:endParaRPr>
          </a:p>
          <a:p>
            <a:pPr indent="0" lvl="0" marL="457200" marR="38100" rtl="0" algn="just">
              <a:lnSpc>
                <a:spcPct val="128571"/>
              </a:lnSpc>
              <a:spcBef>
                <a:spcPts val="0"/>
              </a:spcBef>
              <a:spcAft>
                <a:spcPts val="0"/>
              </a:spcAft>
              <a:buNone/>
            </a:pPr>
            <a:r>
              <a:t/>
            </a:r>
            <a:endParaRPr sz="2329">
              <a:solidFill>
                <a:srgbClr val="404040"/>
              </a:solidFill>
              <a:latin typeface="Sorts Mill Goudy"/>
              <a:ea typeface="Sorts Mill Goudy"/>
              <a:cs typeface="Sorts Mill Goudy"/>
              <a:sym typeface="Sorts Mill Goudy"/>
            </a:endParaRPr>
          </a:p>
          <a:p>
            <a:pPr indent="-339725" lvl="0" marL="457200" marR="38100" rtl="0" algn="just">
              <a:lnSpc>
                <a:spcPct val="128571"/>
              </a:lnSpc>
              <a:spcBef>
                <a:spcPts val="0"/>
              </a:spcBef>
              <a:spcAft>
                <a:spcPts val="0"/>
              </a:spcAft>
              <a:buClr>
                <a:srgbClr val="202124"/>
              </a:buClr>
              <a:buSzPct val="100000"/>
              <a:buFont typeface="Sorts Mill Goudy"/>
              <a:buAutoNum type="alphaLcPeriod"/>
            </a:pPr>
            <a:r>
              <a:rPr lang="en-US" sz="2500">
                <a:solidFill>
                  <a:srgbClr val="202124"/>
                </a:solidFill>
                <a:latin typeface="Sorts Mill Goudy"/>
                <a:ea typeface="Sorts Mill Goudy"/>
                <a:cs typeface="Sorts Mill Goudy"/>
                <a:sym typeface="Sorts Mill Goudy"/>
              </a:rPr>
              <a:t>WCS</a:t>
            </a:r>
            <a:endParaRPr sz="2500">
              <a:solidFill>
                <a:srgbClr val="202124"/>
              </a:solidFill>
              <a:latin typeface="Sorts Mill Goudy"/>
              <a:ea typeface="Sorts Mill Goudy"/>
              <a:cs typeface="Sorts Mill Goudy"/>
              <a:sym typeface="Sorts Mill Goudy"/>
            </a:endParaRPr>
          </a:p>
          <a:p>
            <a:pPr indent="0" lvl="0" marL="457200" marR="38100" rtl="0" algn="just">
              <a:lnSpc>
                <a:spcPct val="128571"/>
              </a:lnSpc>
              <a:spcBef>
                <a:spcPts val="0"/>
              </a:spcBef>
              <a:spcAft>
                <a:spcPts val="0"/>
              </a:spcAft>
              <a:buNone/>
            </a:pPr>
            <a:r>
              <a:rPr lang="en-US" sz="2329">
                <a:solidFill>
                  <a:srgbClr val="202124"/>
                </a:solidFill>
                <a:latin typeface="Sorts Mill Goudy"/>
                <a:ea typeface="Sorts Mill Goudy"/>
                <a:cs typeface="Sorts Mill Goudy"/>
                <a:sym typeface="Sorts Mill Goudy"/>
              </a:rPr>
              <a:t>WCS - Web Catalog Service</a:t>
            </a:r>
            <a:r>
              <a:rPr lang="en-US" sz="2329">
                <a:solidFill>
                  <a:srgbClr val="202124"/>
                </a:solidFill>
                <a:latin typeface="Sorts Mill Goudy"/>
                <a:ea typeface="Sorts Mill Goudy"/>
                <a:cs typeface="Sorts Mill Goudy"/>
                <a:sym typeface="Sorts Mill Goudy"/>
              </a:rPr>
              <a:t> proporciona un fitxer ràster i no una simple imatge del mapa com per al cas del WMS, per tant Podem canviar l’estil de la capa, per exemple, utilitzant-lo com a tipus de representació.</a:t>
            </a:r>
            <a:endParaRPr sz="2329">
              <a:solidFill>
                <a:srgbClr val="202124"/>
              </a:solidFill>
              <a:latin typeface="Sorts Mill Goudy"/>
              <a:ea typeface="Sorts Mill Goudy"/>
              <a:cs typeface="Sorts Mill Goudy"/>
              <a:sym typeface="Sorts Mill Goudy"/>
            </a:endParaRPr>
          </a:p>
          <a:p>
            <a:pPr indent="0" lvl="0" marL="457200" marR="38100" rtl="0" algn="just">
              <a:lnSpc>
                <a:spcPct val="128571"/>
              </a:lnSpc>
              <a:spcBef>
                <a:spcPts val="0"/>
              </a:spcBef>
              <a:spcAft>
                <a:spcPts val="0"/>
              </a:spcAft>
              <a:buNone/>
            </a:pPr>
            <a:r>
              <a:t/>
            </a:r>
            <a:endParaRPr sz="1800">
              <a:solidFill>
                <a:srgbClr val="202124"/>
              </a:solidFill>
              <a:latin typeface="Sorts Mill Goudy"/>
              <a:ea typeface="Sorts Mill Goudy"/>
              <a:cs typeface="Sorts Mill Goudy"/>
              <a:sym typeface="Sorts Mill Goudy"/>
            </a:endParaRPr>
          </a:p>
          <a:p>
            <a:pPr indent="-339725" lvl="0" marL="457200" marR="38100" rtl="0" algn="just">
              <a:lnSpc>
                <a:spcPct val="128571"/>
              </a:lnSpc>
              <a:spcBef>
                <a:spcPts val="0"/>
              </a:spcBef>
              <a:spcAft>
                <a:spcPts val="0"/>
              </a:spcAft>
              <a:buClr>
                <a:srgbClr val="202124"/>
              </a:buClr>
              <a:buSzPct val="100000"/>
              <a:buFont typeface="Sorts Mill Goudy"/>
              <a:buAutoNum type="alphaLcPeriod"/>
            </a:pPr>
            <a:r>
              <a:rPr lang="en-US" sz="2500">
                <a:solidFill>
                  <a:srgbClr val="202124"/>
                </a:solidFill>
                <a:latin typeface="Sorts Mill Goudy"/>
                <a:ea typeface="Sorts Mill Goudy"/>
                <a:cs typeface="Sorts Mill Goudy"/>
                <a:sym typeface="Sorts Mill Goudy"/>
              </a:rPr>
              <a:t>WFS</a:t>
            </a:r>
            <a:endParaRPr sz="2500">
              <a:solidFill>
                <a:srgbClr val="202124"/>
              </a:solidFill>
              <a:latin typeface="Sorts Mill Goudy"/>
              <a:ea typeface="Sorts Mill Goudy"/>
              <a:cs typeface="Sorts Mill Goudy"/>
              <a:sym typeface="Sorts Mill Goudy"/>
            </a:endParaRPr>
          </a:p>
          <a:p>
            <a:pPr indent="0" lvl="0" marL="457200" marR="38100" rtl="0" algn="just">
              <a:lnSpc>
                <a:spcPct val="128571"/>
              </a:lnSpc>
              <a:spcBef>
                <a:spcPts val="0"/>
              </a:spcBef>
              <a:spcAft>
                <a:spcPts val="0"/>
              </a:spcAft>
              <a:buNone/>
            </a:pPr>
            <a:r>
              <a:rPr lang="en-US" sz="2307">
                <a:solidFill>
                  <a:srgbClr val="202124"/>
                </a:solidFill>
                <a:latin typeface="Sorts Mill Goudy"/>
                <a:ea typeface="Sorts Mill Goudy"/>
                <a:cs typeface="Sorts Mill Goudy"/>
                <a:sym typeface="Sorts Mill Goudy"/>
              </a:rPr>
              <a:t>W</a:t>
            </a:r>
            <a:r>
              <a:rPr lang="en-US" sz="2307">
                <a:solidFill>
                  <a:srgbClr val="404040"/>
                </a:solidFill>
                <a:latin typeface="Sorts Mill Goudy"/>
                <a:ea typeface="Sorts Mill Goudy"/>
                <a:cs typeface="Sorts Mill Goudy"/>
                <a:sym typeface="Sorts Mill Goudy"/>
              </a:rPr>
              <a:t>FS - Web Feature Service. La capa WFS és una capa vectorial real i podem veure (consultar) totes les seves propietats (taula d’atributs) i podem canviar l’estil de visualització.</a:t>
            </a:r>
            <a:endParaRPr sz="2607">
              <a:solidFill>
                <a:srgbClr val="202124"/>
              </a:solidFill>
              <a:highlight>
                <a:srgbClr val="F8F9FA"/>
              </a:highlight>
              <a:latin typeface="Arial"/>
              <a:ea typeface="Arial"/>
              <a:cs typeface="Arial"/>
              <a:sym typeface="Arial"/>
            </a:endParaRPr>
          </a:p>
          <a:p>
            <a:pPr indent="0" lvl="0" marL="457200" marR="38100" rtl="0" algn="l">
              <a:lnSpc>
                <a:spcPct val="128571"/>
              </a:lnSpc>
              <a:spcBef>
                <a:spcPts val="0"/>
              </a:spcBef>
              <a:spcAft>
                <a:spcPts val="0"/>
              </a:spcAft>
              <a:buNone/>
            </a:pPr>
            <a:r>
              <a:t/>
            </a:r>
            <a:endParaRPr sz="1800">
              <a:solidFill>
                <a:srgbClr val="202124"/>
              </a:solidFill>
              <a:latin typeface="Sorts Mill Goudy"/>
              <a:ea typeface="Sorts Mill Goudy"/>
              <a:cs typeface="Sorts Mill Goudy"/>
              <a:sym typeface="Sorts Mill Goudy"/>
            </a:endParaRPr>
          </a:p>
          <a:p>
            <a:pPr indent="0" lvl="0" marL="457200" marR="38100" rtl="0" algn="l">
              <a:lnSpc>
                <a:spcPct val="128571"/>
              </a:lnSpc>
              <a:spcBef>
                <a:spcPts val="0"/>
              </a:spcBef>
              <a:spcAft>
                <a:spcPts val="0"/>
              </a:spcAft>
              <a:buNone/>
            </a:pPr>
            <a:r>
              <a:t/>
            </a:r>
            <a:endParaRPr sz="1800">
              <a:solidFill>
                <a:srgbClr val="404040"/>
              </a:solidFill>
              <a:latin typeface="Sorts Mill Goudy"/>
              <a:ea typeface="Sorts Mill Goudy"/>
              <a:cs typeface="Sorts Mill Goudy"/>
              <a:sym typeface="Sorts Mill Goud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title"/>
          </p:nvPr>
        </p:nvSpPr>
        <p:spPr>
          <a:xfrm>
            <a:off x="628650" y="273844"/>
            <a:ext cx="7886700" cy="9942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a:t>
            </a:r>
            <a:r>
              <a:rPr lang="en-US"/>
              <a:t>1</a:t>
            </a:r>
            <a:r>
              <a:rPr lang="en-US"/>
              <a:t>. Servidors Web Geoespacials espanyols (OGC)</a:t>
            </a:r>
            <a:endParaRPr/>
          </a:p>
        </p:txBody>
      </p:sp>
      <p:pic>
        <p:nvPicPr>
          <p:cNvPr id="84" name="Google Shape;84;p14"/>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85" name="Google Shape;85;p14"/>
          <p:cNvSpPr txBox="1"/>
          <p:nvPr>
            <p:ph idx="1" type="body"/>
          </p:nvPr>
        </p:nvSpPr>
        <p:spPr>
          <a:xfrm>
            <a:off x="749063" y="1405795"/>
            <a:ext cx="7886700" cy="2331900"/>
          </a:xfrm>
          <a:prstGeom prst="rect">
            <a:avLst/>
          </a:prstGeom>
        </p:spPr>
        <p:txBody>
          <a:bodyPr anchorCtr="0" anchor="t" bIns="34275" lIns="68575" spcFirstLastPara="1" rIns="68575" wrap="square" tIns="34275">
            <a:spAutoFit/>
          </a:bodyPr>
          <a:lstStyle/>
          <a:p>
            <a:pPr indent="-361950" lvl="0" marL="457200" rtl="0" algn="l">
              <a:lnSpc>
                <a:spcPct val="150000"/>
              </a:lnSpc>
              <a:spcBef>
                <a:spcPts val="800"/>
              </a:spcBef>
              <a:spcAft>
                <a:spcPts val="0"/>
              </a:spcAft>
              <a:buSzPts val="2100"/>
              <a:buChar char="-"/>
            </a:pPr>
            <a:r>
              <a:rPr lang="en-US" u="sng">
                <a:solidFill>
                  <a:schemeClr val="hlink"/>
                </a:solidFill>
                <a:hlinkClick r:id="rId4"/>
              </a:rPr>
              <a:t>Ministeri per la transició ecològica i el repte demogràfic</a:t>
            </a:r>
            <a:endParaRPr/>
          </a:p>
          <a:p>
            <a:pPr indent="-361950" lvl="0" marL="457200" rtl="0" algn="l">
              <a:lnSpc>
                <a:spcPct val="150000"/>
              </a:lnSpc>
              <a:spcBef>
                <a:spcPts val="0"/>
              </a:spcBef>
              <a:spcAft>
                <a:spcPts val="0"/>
              </a:spcAft>
              <a:buSzPts val="2100"/>
              <a:buChar char="-"/>
            </a:pPr>
            <a:r>
              <a:rPr lang="en-US" u="sng">
                <a:solidFill>
                  <a:schemeClr val="hlink"/>
                </a:solidFill>
                <a:hlinkClick r:id="rId5"/>
              </a:rPr>
              <a:t>IDEE - Infraestructura de Dades Espacials d’Espanya</a:t>
            </a:r>
            <a:endParaRPr/>
          </a:p>
          <a:p>
            <a:pPr indent="-361950" lvl="0" marL="457200" rtl="0" algn="l">
              <a:lnSpc>
                <a:spcPct val="150000"/>
              </a:lnSpc>
              <a:spcBef>
                <a:spcPts val="0"/>
              </a:spcBef>
              <a:spcAft>
                <a:spcPts val="0"/>
              </a:spcAft>
              <a:buSzPts val="2100"/>
              <a:buChar char="-"/>
            </a:pPr>
            <a:r>
              <a:rPr lang="en-US" u="sng">
                <a:solidFill>
                  <a:schemeClr val="hlink"/>
                </a:solidFill>
                <a:hlinkClick r:id="rId6"/>
              </a:rPr>
              <a:t>IDE Illes Balears</a:t>
            </a:r>
            <a:endParaRPr/>
          </a:p>
          <a:p>
            <a:pPr indent="-361950" lvl="0" marL="457200" rtl="0" algn="l">
              <a:lnSpc>
                <a:spcPct val="150000"/>
              </a:lnSpc>
              <a:spcBef>
                <a:spcPts val="0"/>
              </a:spcBef>
              <a:spcAft>
                <a:spcPts val="0"/>
              </a:spcAft>
              <a:buSzPts val="2100"/>
              <a:buChar char="-"/>
            </a:pPr>
            <a:r>
              <a:rPr lang="en-US" u="sng">
                <a:solidFill>
                  <a:schemeClr val="hlink"/>
                </a:solidFill>
                <a:hlinkClick r:id="rId7"/>
              </a:rPr>
              <a:t>CartoCiudad</a:t>
            </a:r>
            <a:endParaRPr/>
          </a:p>
          <a:p>
            <a:pPr indent="-361950" lvl="0" marL="457200" rtl="0" algn="l">
              <a:lnSpc>
                <a:spcPct val="150000"/>
              </a:lnSpc>
              <a:spcBef>
                <a:spcPts val="0"/>
              </a:spcBef>
              <a:spcAft>
                <a:spcPts val="0"/>
              </a:spcAft>
              <a:buSzPts val="2100"/>
              <a:buChar char="-"/>
            </a:pPr>
            <a:r>
              <a:rPr lang="en-US" u="sng">
                <a:solidFill>
                  <a:schemeClr val="hlink"/>
                </a:solidFill>
                <a:hlinkClick r:id="rId8"/>
              </a:rPr>
              <a:t>Institut Geogràfic Nacional</a:t>
            </a:r>
            <a:endParaRPr/>
          </a:p>
        </p:txBody>
      </p:sp>
      <p:pic>
        <p:nvPicPr>
          <p:cNvPr id="86" name="Google Shape;86;p14"/>
          <p:cNvPicPr preferRelativeResize="0"/>
          <p:nvPr/>
        </p:nvPicPr>
        <p:blipFill rotWithShape="1">
          <a:blip r:embed="rId9">
            <a:alphaModFix amt="30000"/>
          </a:blip>
          <a:srcRect b="0" l="0" r="0" t="0"/>
          <a:stretch/>
        </p:blipFill>
        <p:spPr>
          <a:xfrm rot="662390">
            <a:off x="7113942" y="2893412"/>
            <a:ext cx="1862459" cy="1930405"/>
          </a:xfrm>
          <a:prstGeom prst="rect">
            <a:avLst/>
          </a:prstGeom>
          <a:noFill/>
          <a:ln>
            <a:noFill/>
          </a:ln>
        </p:spPr>
      </p:pic>
      <p:pic>
        <p:nvPicPr>
          <p:cNvPr id="87" name="Google Shape;87;p14"/>
          <p:cNvPicPr preferRelativeResize="0"/>
          <p:nvPr/>
        </p:nvPicPr>
        <p:blipFill rotWithShape="1">
          <a:blip r:embed="rId10">
            <a:alphaModFix/>
          </a:blip>
          <a:srcRect b="0" l="0" r="0" t="0"/>
          <a:stretch/>
        </p:blipFill>
        <p:spPr>
          <a:xfrm>
            <a:off x="7636725" y="3232130"/>
            <a:ext cx="1093500" cy="12529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5"/>
          <p:cNvSpPr txBox="1"/>
          <p:nvPr>
            <p:ph type="title"/>
          </p:nvPr>
        </p:nvSpPr>
        <p:spPr>
          <a:xfrm>
            <a:off x="628650" y="273844"/>
            <a:ext cx="7886700" cy="9942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Open Street Map (OSM)</a:t>
            </a:r>
            <a:endParaRPr/>
          </a:p>
        </p:txBody>
      </p:sp>
      <p:pic>
        <p:nvPicPr>
          <p:cNvPr id="93" name="Google Shape;93;p15"/>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94" name="Google Shape;94;p15"/>
          <p:cNvSpPr txBox="1"/>
          <p:nvPr>
            <p:ph idx="1" type="body"/>
          </p:nvPr>
        </p:nvSpPr>
        <p:spPr>
          <a:xfrm>
            <a:off x="749063" y="959170"/>
            <a:ext cx="7886700" cy="392400"/>
          </a:xfrm>
          <a:prstGeom prst="rect">
            <a:avLst/>
          </a:prstGeom>
        </p:spPr>
        <p:txBody>
          <a:bodyPr anchorCtr="0" anchor="t" bIns="34275" lIns="68575" spcFirstLastPara="1" rIns="68575" wrap="square" tIns="34275">
            <a:spAutoFit/>
          </a:bodyPr>
          <a:lstStyle/>
          <a:p>
            <a:pPr indent="-361950" lvl="0" marL="457200" rtl="0" algn="l">
              <a:lnSpc>
                <a:spcPct val="150000"/>
              </a:lnSpc>
              <a:spcBef>
                <a:spcPts val="800"/>
              </a:spcBef>
              <a:spcAft>
                <a:spcPts val="0"/>
              </a:spcAft>
              <a:buSzPts val="2100"/>
              <a:buChar char="-"/>
            </a:pPr>
            <a:r>
              <a:rPr lang="en-US" u="sng">
                <a:solidFill>
                  <a:schemeClr val="hlink"/>
                </a:solidFill>
                <a:hlinkClick r:id="rId4"/>
              </a:rPr>
              <a:t>Què és OSM?</a:t>
            </a:r>
            <a:endParaRPr/>
          </a:p>
        </p:txBody>
      </p:sp>
      <p:pic>
        <p:nvPicPr>
          <p:cNvPr id="95" name="Google Shape;95;p15"/>
          <p:cNvPicPr preferRelativeResize="0"/>
          <p:nvPr/>
        </p:nvPicPr>
        <p:blipFill rotWithShape="1">
          <a:blip r:embed="rId5">
            <a:alphaModFix amt="30000"/>
          </a:blip>
          <a:srcRect b="0" l="0" r="0" t="0"/>
          <a:stretch/>
        </p:blipFill>
        <p:spPr>
          <a:xfrm rot="662390">
            <a:off x="7113942" y="2893412"/>
            <a:ext cx="1862459" cy="1930405"/>
          </a:xfrm>
          <a:prstGeom prst="rect">
            <a:avLst/>
          </a:prstGeom>
          <a:noFill/>
          <a:ln>
            <a:noFill/>
          </a:ln>
        </p:spPr>
      </p:pic>
      <p:pic>
        <p:nvPicPr>
          <p:cNvPr id="96" name="Google Shape;96;p15"/>
          <p:cNvPicPr preferRelativeResize="0"/>
          <p:nvPr/>
        </p:nvPicPr>
        <p:blipFill rotWithShape="1">
          <a:blip r:embed="rId6">
            <a:alphaModFix/>
          </a:blip>
          <a:srcRect b="0" l="0" r="0" t="0"/>
          <a:stretch/>
        </p:blipFill>
        <p:spPr>
          <a:xfrm>
            <a:off x="7636725" y="3232130"/>
            <a:ext cx="1093500" cy="1252969"/>
          </a:xfrm>
          <a:prstGeom prst="rect">
            <a:avLst/>
          </a:prstGeom>
          <a:noFill/>
          <a:ln>
            <a:noFill/>
          </a:ln>
        </p:spPr>
      </p:pic>
      <p:pic>
        <p:nvPicPr>
          <p:cNvPr descr="An explanation of OpenStreetMap, the free, editable and open map of the world, which is used by humanitarian groups, businesses, community groups, governments and more. Learn what OpenStreetMap is and how you can use it!&#10;&#10;Find the rest of the two-minute tutorial videos here: https://www.youtube.com/playlist?list=PLb9506_-6FMHZ3nwn9heri3xjQKrSq1hN&#10;&#10;Now with subtitles! Click CC and then the gear to change languages.&#10;&#10;Help us add more languages!  http://amara.org/en/videos/3mtNqzCOHk8z/info/what-is-openstreetmap/" id="97" name="Google Shape;97;p15" title="Two Minute Tutorials: What is OpenStreetMap?">
            <a:hlinkClick r:id="rId7"/>
          </p:cNvPr>
          <p:cNvPicPr preferRelativeResize="0"/>
          <p:nvPr/>
        </p:nvPicPr>
        <p:blipFill>
          <a:blip r:embed="rId8">
            <a:alphaModFix/>
          </a:blip>
          <a:stretch>
            <a:fillRect/>
          </a:stretch>
        </p:blipFill>
        <p:spPr>
          <a:xfrm>
            <a:off x="2436387" y="1351575"/>
            <a:ext cx="4271225" cy="3203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628650" y="273844"/>
            <a:ext cx="7886700" cy="9942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Open Street Map (OSM)</a:t>
            </a:r>
            <a:endParaRPr/>
          </a:p>
        </p:txBody>
      </p:sp>
      <p:pic>
        <p:nvPicPr>
          <p:cNvPr id="103" name="Google Shape;103;p16"/>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04" name="Google Shape;104;p16"/>
          <p:cNvSpPr txBox="1"/>
          <p:nvPr>
            <p:ph idx="1" type="body"/>
          </p:nvPr>
        </p:nvSpPr>
        <p:spPr>
          <a:xfrm>
            <a:off x="749063" y="1275895"/>
            <a:ext cx="7886700" cy="877200"/>
          </a:xfrm>
          <a:prstGeom prst="rect">
            <a:avLst/>
          </a:prstGeom>
        </p:spPr>
        <p:txBody>
          <a:bodyPr anchorCtr="0" anchor="t" bIns="34275" lIns="68575" spcFirstLastPara="1" rIns="68575" wrap="square" tIns="34275">
            <a:spAutoFit/>
          </a:bodyPr>
          <a:lstStyle/>
          <a:p>
            <a:pPr indent="-361950" lvl="0" marL="457200" rtl="0" algn="l">
              <a:lnSpc>
                <a:spcPct val="150000"/>
              </a:lnSpc>
              <a:spcBef>
                <a:spcPts val="800"/>
              </a:spcBef>
              <a:spcAft>
                <a:spcPts val="0"/>
              </a:spcAft>
              <a:buSzPts val="2100"/>
              <a:buChar char="-"/>
            </a:pPr>
            <a:r>
              <a:rPr lang="en-US" u="sng">
                <a:solidFill>
                  <a:schemeClr val="hlink"/>
                </a:solidFill>
                <a:hlinkClick r:id="rId4"/>
              </a:rPr>
              <a:t>Web per editar OSM </a:t>
            </a:r>
            <a:endParaRPr/>
          </a:p>
          <a:p>
            <a:pPr indent="-361950" lvl="0" marL="457200" rtl="0" algn="l">
              <a:lnSpc>
                <a:spcPct val="150000"/>
              </a:lnSpc>
              <a:spcBef>
                <a:spcPts val="0"/>
              </a:spcBef>
              <a:spcAft>
                <a:spcPts val="0"/>
              </a:spcAft>
              <a:buSzPts val="2100"/>
              <a:buChar char="-"/>
            </a:pPr>
            <a:r>
              <a:rPr lang="en-US"/>
              <a:t>Més informació sobre al </a:t>
            </a:r>
            <a:r>
              <a:rPr lang="en-US" u="sng">
                <a:solidFill>
                  <a:schemeClr val="hlink"/>
                </a:solidFill>
                <a:hlinkClick r:id="rId5"/>
              </a:rPr>
              <a:t>WikiPèdia OSM</a:t>
            </a:r>
            <a:endParaRPr/>
          </a:p>
        </p:txBody>
      </p:sp>
      <p:pic>
        <p:nvPicPr>
          <p:cNvPr id="105" name="Google Shape;105;p16"/>
          <p:cNvPicPr preferRelativeResize="0"/>
          <p:nvPr/>
        </p:nvPicPr>
        <p:blipFill rotWithShape="1">
          <a:blip r:embed="rId6">
            <a:alphaModFix amt="30000"/>
          </a:blip>
          <a:srcRect b="0" l="0" r="0" t="0"/>
          <a:stretch/>
        </p:blipFill>
        <p:spPr>
          <a:xfrm rot="662390">
            <a:off x="7113942" y="2893412"/>
            <a:ext cx="1862459" cy="1930405"/>
          </a:xfrm>
          <a:prstGeom prst="rect">
            <a:avLst/>
          </a:prstGeom>
          <a:noFill/>
          <a:ln>
            <a:noFill/>
          </a:ln>
        </p:spPr>
      </p:pic>
      <p:pic>
        <p:nvPicPr>
          <p:cNvPr id="106" name="Google Shape;106;p16"/>
          <p:cNvPicPr preferRelativeResize="0"/>
          <p:nvPr/>
        </p:nvPicPr>
        <p:blipFill rotWithShape="1">
          <a:blip r:embed="rId7">
            <a:alphaModFix/>
          </a:blip>
          <a:srcRect b="0" l="0" r="0" t="0"/>
          <a:stretch/>
        </p:blipFill>
        <p:spPr>
          <a:xfrm>
            <a:off x="7636725" y="3232130"/>
            <a:ext cx="1093500" cy="125296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Activitat OSM</a:t>
            </a:r>
            <a:endParaRPr/>
          </a:p>
        </p:txBody>
      </p:sp>
      <p:pic>
        <p:nvPicPr>
          <p:cNvPr id="112" name="Google Shape;112;p17"/>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13" name="Google Shape;113;p17"/>
          <p:cNvSpPr txBox="1"/>
          <p:nvPr>
            <p:ph idx="1" type="body"/>
          </p:nvPr>
        </p:nvSpPr>
        <p:spPr>
          <a:xfrm>
            <a:off x="628638" y="805645"/>
            <a:ext cx="7886700" cy="41970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1.</a:t>
            </a:r>
            <a:r>
              <a:rPr lang="en-US"/>
              <a:t>   </a:t>
            </a:r>
            <a:r>
              <a:rPr lang="en-US">
                <a:solidFill>
                  <a:schemeClr val="dk1"/>
                </a:solidFill>
              </a:rPr>
              <a:t>Carrega la capa de l’Area Portuària del Mapa de la Xarxa de Transports de la web CartoCiudad</a:t>
            </a:r>
            <a:endParaRPr>
              <a:solidFill>
                <a:schemeClr val="dk1"/>
              </a:solidFill>
            </a:endParaRPr>
          </a:p>
          <a:p>
            <a:pPr indent="-361950" lvl="0" marL="914400" rtl="0" algn="l">
              <a:lnSpc>
                <a:spcPct val="150000"/>
              </a:lnSpc>
              <a:spcBef>
                <a:spcPts val="800"/>
              </a:spcBef>
              <a:spcAft>
                <a:spcPts val="0"/>
              </a:spcAft>
              <a:buClr>
                <a:schemeClr val="dk1"/>
              </a:buClr>
              <a:buSzPts val="2100"/>
              <a:buChar char="-"/>
            </a:pPr>
            <a:r>
              <a:rPr lang="en-US" u="sng">
                <a:solidFill>
                  <a:schemeClr val="hlink"/>
                </a:solidFill>
                <a:hlinkClick r:id="rId4"/>
              </a:rPr>
              <a:t>CartoCiudad</a:t>
            </a:r>
            <a:endParaRPr>
              <a:solidFill>
                <a:schemeClr val="dk1"/>
              </a:solidFill>
            </a:endParaRPr>
          </a:p>
          <a:p>
            <a:pPr indent="0" lvl="0" marL="457200" rtl="0" algn="l">
              <a:lnSpc>
                <a:spcPct val="150000"/>
              </a:lnSpc>
              <a:spcBef>
                <a:spcPts val="800"/>
              </a:spcBef>
              <a:spcAft>
                <a:spcPts val="0"/>
              </a:spcAft>
              <a:buNone/>
            </a:pPr>
            <a:r>
              <a:rPr lang="en-US">
                <a:solidFill>
                  <a:schemeClr val="dk1"/>
                </a:solidFill>
              </a:rPr>
              <a:t>1.1 Apropat a allò que et sembli la Península ibèrica i centra la teva pantalla on creguis que pot estar Formentera</a:t>
            </a:r>
            <a:endParaRPr>
              <a:solidFill>
                <a:schemeClr val="dk1"/>
              </a:solidFill>
            </a:endParaRPr>
          </a:p>
          <a:p>
            <a:pPr indent="0" lvl="0" marL="457200" rtl="0" algn="l">
              <a:lnSpc>
                <a:spcPct val="150000"/>
              </a:lnSpc>
              <a:spcBef>
                <a:spcPts val="800"/>
              </a:spcBef>
              <a:spcAft>
                <a:spcPts val="0"/>
              </a:spcAft>
              <a:buNone/>
            </a:pPr>
            <a:r>
              <a:rPr lang="en-US">
                <a:solidFill>
                  <a:schemeClr val="dk1"/>
                </a:solidFill>
              </a:rPr>
              <a:t>1.2 Entra a les propietats de la capa i coloritza-la amb un color que destaqui bastant i diferent del blau.</a:t>
            </a:r>
            <a:endParaRPr>
              <a:solidFill>
                <a:schemeClr val="dk1"/>
              </a:solidFill>
            </a:endParaRPr>
          </a:p>
          <a:p>
            <a:pPr indent="0" lvl="0" marL="0" rtl="0" algn="l">
              <a:lnSpc>
                <a:spcPct val="150000"/>
              </a:lnSpc>
              <a:spcBef>
                <a:spcPts val="8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Activitat OSM</a:t>
            </a:r>
            <a:endParaRPr/>
          </a:p>
        </p:txBody>
      </p:sp>
      <p:pic>
        <p:nvPicPr>
          <p:cNvPr id="119" name="Google Shape;119;p18"/>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20" name="Google Shape;120;p18"/>
          <p:cNvSpPr txBox="1"/>
          <p:nvPr>
            <p:ph idx="1" type="body"/>
          </p:nvPr>
        </p:nvSpPr>
        <p:spPr>
          <a:xfrm>
            <a:off x="628650" y="899646"/>
            <a:ext cx="7886700" cy="3924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2</a:t>
            </a:r>
            <a:r>
              <a:rPr lang="en-US"/>
              <a:t>.   </a:t>
            </a:r>
            <a:r>
              <a:rPr lang="en-US">
                <a:solidFill>
                  <a:schemeClr val="dk1"/>
                </a:solidFill>
              </a:rPr>
              <a:t>Instal·lem els Pluguins de OSM</a:t>
            </a:r>
            <a:endParaRPr/>
          </a:p>
        </p:txBody>
      </p:sp>
      <p:pic>
        <p:nvPicPr>
          <p:cNvPr id="121" name="Google Shape;121;p18"/>
          <p:cNvPicPr preferRelativeResize="0"/>
          <p:nvPr/>
        </p:nvPicPr>
        <p:blipFill>
          <a:blip r:embed="rId4">
            <a:alphaModFix/>
          </a:blip>
          <a:stretch>
            <a:fillRect/>
          </a:stretch>
        </p:blipFill>
        <p:spPr>
          <a:xfrm>
            <a:off x="2228675" y="1464825"/>
            <a:ext cx="5009826" cy="3263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Activitat OSM</a:t>
            </a:r>
            <a:endParaRPr/>
          </a:p>
        </p:txBody>
      </p:sp>
      <p:pic>
        <p:nvPicPr>
          <p:cNvPr id="127" name="Google Shape;127;p19"/>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28" name="Google Shape;128;p19"/>
          <p:cNvSpPr txBox="1"/>
          <p:nvPr>
            <p:ph idx="1" type="body"/>
          </p:nvPr>
        </p:nvSpPr>
        <p:spPr>
          <a:xfrm>
            <a:off x="628650" y="778771"/>
            <a:ext cx="7886700" cy="8772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3</a:t>
            </a:r>
            <a:r>
              <a:rPr lang="en-US"/>
              <a:t>.   </a:t>
            </a:r>
            <a:r>
              <a:rPr lang="en-US">
                <a:solidFill>
                  <a:schemeClr val="dk1"/>
                </a:solidFill>
              </a:rPr>
              <a:t>Ara tenim baix del Menú Web un munt de mapes diferents per triar. Demanem que ens carregui l’Estàndard de OSM</a:t>
            </a:r>
            <a:endParaRPr/>
          </a:p>
        </p:txBody>
      </p:sp>
      <p:pic>
        <p:nvPicPr>
          <p:cNvPr id="129" name="Google Shape;129;p19"/>
          <p:cNvPicPr preferRelativeResize="0"/>
          <p:nvPr/>
        </p:nvPicPr>
        <p:blipFill>
          <a:blip r:embed="rId4">
            <a:alphaModFix/>
          </a:blip>
          <a:stretch>
            <a:fillRect/>
          </a:stretch>
        </p:blipFill>
        <p:spPr>
          <a:xfrm>
            <a:off x="2389853" y="1655971"/>
            <a:ext cx="4591915" cy="318272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Activitat OSM</a:t>
            </a:r>
            <a:endParaRPr/>
          </a:p>
        </p:txBody>
      </p:sp>
      <p:pic>
        <p:nvPicPr>
          <p:cNvPr id="135" name="Google Shape;135;p20"/>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36" name="Google Shape;136;p20"/>
          <p:cNvSpPr txBox="1"/>
          <p:nvPr>
            <p:ph idx="1" type="body"/>
          </p:nvPr>
        </p:nvSpPr>
        <p:spPr>
          <a:xfrm>
            <a:off x="628650" y="778771"/>
            <a:ext cx="7886700" cy="20523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4</a:t>
            </a:r>
            <a:r>
              <a:rPr lang="en-US"/>
              <a:t>. Ara ja tenim un mapa base.</a:t>
            </a:r>
            <a:endParaRPr/>
          </a:p>
          <a:p>
            <a:pPr indent="0" lvl="0" marL="457200" rtl="0" algn="l">
              <a:lnSpc>
                <a:spcPct val="150000"/>
              </a:lnSpc>
              <a:spcBef>
                <a:spcPts val="800"/>
              </a:spcBef>
              <a:spcAft>
                <a:spcPts val="0"/>
              </a:spcAft>
              <a:buNone/>
            </a:pPr>
            <a:r>
              <a:rPr lang="en-US"/>
              <a:t>Apropat a Formentera i més concretament a  La Savina.</a:t>
            </a:r>
            <a:endParaRPr/>
          </a:p>
          <a:p>
            <a:pPr indent="0" lvl="0" marL="457200" rtl="0" algn="l">
              <a:lnSpc>
                <a:spcPct val="150000"/>
              </a:lnSpc>
              <a:spcBef>
                <a:spcPts val="800"/>
              </a:spcBef>
              <a:spcAft>
                <a:spcPts val="0"/>
              </a:spcAft>
              <a:buNone/>
            </a:pPr>
            <a:r>
              <a:rPr lang="en-US"/>
              <a:t>Comprova que l’àrea Portuària de La Savina t’apareix en el color que havíes triat.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Activitat OSM</a:t>
            </a:r>
            <a:endParaRPr/>
          </a:p>
        </p:txBody>
      </p:sp>
      <p:pic>
        <p:nvPicPr>
          <p:cNvPr id="142" name="Google Shape;142;p21"/>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43" name="Google Shape;143;p21"/>
          <p:cNvSpPr txBox="1"/>
          <p:nvPr>
            <p:ph idx="1" type="body"/>
          </p:nvPr>
        </p:nvSpPr>
        <p:spPr>
          <a:xfrm>
            <a:off x="628650" y="899646"/>
            <a:ext cx="7886700" cy="7233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5</a:t>
            </a:r>
            <a:r>
              <a:rPr lang="en-US"/>
              <a:t>.   </a:t>
            </a:r>
            <a:r>
              <a:rPr lang="en-US">
                <a:solidFill>
                  <a:schemeClr val="dk1"/>
                </a:solidFill>
              </a:rPr>
              <a:t>Instal·lem el Pluguin de QuickOSM </a:t>
            </a:r>
            <a:r>
              <a:rPr lang="en-US" sz="1100">
                <a:solidFill>
                  <a:schemeClr val="dk1"/>
                </a:solidFill>
              </a:rPr>
              <a:t>(a la imatge s’instal·la el QuickMapService, aquest ja l’hem instal·lat, nosaltres volem el QuickOSM)</a:t>
            </a:r>
            <a:endParaRPr sz="1100"/>
          </a:p>
        </p:txBody>
      </p:sp>
      <p:pic>
        <p:nvPicPr>
          <p:cNvPr id="144" name="Google Shape;144;p21"/>
          <p:cNvPicPr preferRelativeResize="0"/>
          <p:nvPr/>
        </p:nvPicPr>
        <p:blipFill>
          <a:blip r:embed="rId4">
            <a:alphaModFix/>
          </a:blip>
          <a:stretch>
            <a:fillRect/>
          </a:stretch>
        </p:blipFill>
        <p:spPr>
          <a:xfrm>
            <a:off x="2380376" y="1655850"/>
            <a:ext cx="4716623" cy="3072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Activitat OSM</a:t>
            </a:r>
            <a:endParaRPr/>
          </a:p>
        </p:txBody>
      </p:sp>
      <p:pic>
        <p:nvPicPr>
          <p:cNvPr id="150" name="Google Shape;150;p22"/>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51" name="Google Shape;151;p22"/>
          <p:cNvSpPr txBox="1"/>
          <p:nvPr>
            <p:ph idx="1" type="body"/>
          </p:nvPr>
        </p:nvSpPr>
        <p:spPr>
          <a:xfrm>
            <a:off x="628650" y="790948"/>
            <a:ext cx="7886700" cy="11313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6</a:t>
            </a:r>
            <a:r>
              <a:rPr lang="en-US"/>
              <a:t>. </a:t>
            </a:r>
            <a:r>
              <a:rPr lang="en-US" sz="1500"/>
              <a:t>Amb el connector QuickOSM, podem descarregar les funcions que ens interessen. Després d’instal·lar-lo, el trobem al menú vectorial o com a icona. A continuació, descarregarem edificis genèrics de Formentera</a:t>
            </a:r>
            <a:endParaRPr sz="1500"/>
          </a:p>
        </p:txBody>
      </p:sp>
      <p:pic>
        <p:nvPicPr>
          <p:cNvPr id="152" name="Google Shape;152;p22"/>
          <p:cNvPicPr preferRelativeResize="0"/>
          <p:nvPr/>
        </p:nvPicPr>
        <p:blipFill>
          <a:blip r:embed="rId4">
            <a:alphaModFix/>
          </a:blip>
          <a:stretch>
            <a:fillRect/>
          </a:stretch>
        </p:blipFill>
        <p:spPr>
          <a:xfrm>
            <a:off x="2777400" y="1922250"/>
            <a:ext cx="3589200" cy="29774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Activitat OSM</a:t>
            </a:r>
            <a:endParaRPr/>
          </a:p>
        </p:txBody>
      </p:sp>
      <p:pic>
        <p:nvPicPr>
          <p:cNvPr id="158" name="Google Shape;158;p23"/>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59" name="Google Shape;159;p23"/>
          <p:cNvSpPr txBox="1"/>
          <p:nvPr>
            <p:ph idx="1" type="body"/>
          </p:nvPr>
        </p:nvSpPr>
        <p:spPr>
          <a:xfrm>
            <a:off x="628650" y="790948"/>
            <a:ext cx="7886700" cy="13623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7</a:t>
            </a:r>
            <a:r>
              <a:rPr lang="en-US"/>
              <a:t>. Explora l’eina que acabes de veure, QuickOSM, i utilitzant-la fes que aparega una capa on es veguin els dos estanys de Formentera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111. Activitat OSM</a:t>
            </a:r>
            <a:endParaRPr/>
          </a:p>
        </p:txBody>
      </p:sp>
      <p:pic>
        <p:nvPicPr>
          <p:cNvPr id="165" name="Google Shape;165;p24"/>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66" name="Google Shape;166;p24"/>
          <p:cNvSpPr txBox="1"/>
          <p:nvPr>
            <p:ph idx="1" type="body"/>
          </p:nvPr>
        </p:nvSpPr>
        <p:spPr>
          <a:xfrm>
            <a:off x="628650" y="778771"/>
            <a:ext cx="7886700" cy="19497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8</a:t>
            </a:r>
            <a:r>
              <a:rPr lang="en-US"/>
              <a:t>. Canvia l’ordre de les capes.</a:t>
            </a:r>
            <a:endParaRPr/>
          </a:p>
          <a:p>
            <a:pPr indent="0" lvl="0" marL="457200" rtl="0" algn="l">
              <a:lnSpc>
                <a:spcPct val="150000"/>
              </a:lnSpc>
              <a:spcBef>
                <a:spcPts val="800"/>
              </a:spcBef>
              <a:spcAft>
                <a:spcPts val="0"/>
              </a:spcAft>
              <a:buNone/>
            </a:pPr>
            <a:r>
              <a:rPr lang="en-US"/>
              <a:t>Comprova que es veu per dalt la capa que poses a la part superior, si posem la capa d’informació per baix de l’estàndard, no podem veure la informació que ens brinda.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172" name="Google Shape;172;p25"/>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73" name="Google Shape;173;p25"/>
          <p:cNvSpPr txBox="1"/>
          <p:nvPr>
            <p:ph idx="1" type="body"/>
          </p:nvPr>
        </p:nvSpPr>
        <p:spPr>
          <a:xfrm>
            <a:off x="628650" y="778771"/>
            <a:ext cx="7886700" cy="8772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1</a:t>
            </a:r>
            <a:r>
              <a:rPr lang="en-US"/>
              <a:t>.   </a:t>
            </a:r>
            <a:r>
              <a:rPr lang="en-US">
                <a:solidFill>
                  <a:schemeClr val="dk1"/>
                </a:solidFill>
              </a:rPr>
              <a:t>Ca</a:t>
            </a:r>
            <a:r>
              <a:rPr lang="en-US">
                <a:solidFill>
                  <a:schemeClr val="dk1"/>
                </a:solidFill>
              </a:rPr>
              <a:t>rrega l’Estàndard de OSM per tenir el mapa base de Formentera</a:t>
            </a:r>
            <a:endParaRPr/>
          </a:p>
        </p:txBody>
      </p:sp>
      <p:pic>
        <p:nvPicPr>
          <p:cNvPr id="174" name="Google Shape;174;p25"/>
          <p:cNvPicPr preferRelativeResize="0"/>
          <p:nvPr/>
        </p:nvPicPr>
        <p:blipFill>
          <a:blip r:embed="rId4">
            <a:alphaModFix/>
          </a:blip>
          <a:stretch>
            <a:fillRect/>
          </a:stretch>
        </p:blipFill>
        <p:spPr>
          <a:xfrm>
            <a:off x="2389853" y="1655971"/>
            <a:ext cx="4591915" cy="318272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180" name="Google Shape;180;p26"/>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81" name="Google Shape;181;p26"/>
          <p:cNvSpPr txBox="1"/>
          <p:nvPr>
            <p:ph idx="1" type="body"/>
          </p:nvPr>
        </p:nvSpPr>
        <p:spPr>
          <a:xfrm>
            <a:off x="749063" y="1268045"/>
            <a:ext cx="7886700" cy="25371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2. Afegeix una capa nova de tipus vectorial amb el nom Estanys i de tipus geomètric Polígon.</a:t>
            </a:r>
            <a:endParaRPr/>
          </a:p>
          <a:p>
            <a:pPr indent="0" lvl="0" marL="457200" rtl="0" algn="l">
              <a:lnSpc>
                <a:spcPct val="150000"/>
              </a:lnSpc>
              <a:spcBef>
                <a:spcPts val="800"/>
              </a:spcBef>
              <a:spcAft>
                <a:spcPts val="0"/>
              </a:spcAft>
              <a:buNone/>
            </a:pPr>
            <a:r>
              <a:rPr lang="en-US"/>
              <a:t>2.1 Afegeix la Barra d’Eines de Digitalització Avançada des del Menú Visualització</a:t>
            </a:r>
            <a:endParaRPr/>
          </a:p>
          <a:p>
            <a:pPr indent="0" lvl="0" marL="0" rtl="0" algn="l">
              <a:lnSpc>
                <a:spcPct val="150000"/>
              </a:lnSpc>
              <a:spcBef>
                <a:spcPts val="8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187" name="Google Shape;187;p27"/>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88" name="Google Shape;188;p27"/>
          <p:cNvSpPr txBox="1"/>
          <p:nvPr>
            <p:ph idx="1" type="body"/>
          </p:nvPr>
        </p:nvSpPr>
        <p:spPr>
          <a:xfrm>
            <a:off x="749063" y="1268045"/>
            <a:ext cx="7886700" cy="25371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3</a:t>
            </a:r>
            <a:r>
              <a:rPr lang="en-US"/>
              <a:t>. Entra a les propietats de la capa i fegeix 2 camps d’informació (Fields):</a:t>
            </a:r>
            <a:endParaRPr/>
          </a:p>
          <a:p>
            <a:pPr indent="-361950" lvl="0" marL="457200" rtl="0" algn="l">
              <a:lnSpc>
                <a:spcPct val="150000"/>
              </a:lnSpc>
              <a:spcBef>
                <a:spcPts val="800"/>
              </a:spcBef>
              <a:spcAft>
                <a:spcPts val="0"/>
              </a:spcAft>
              <a:buSzPts val="2100"/>
              <a:buChar char="-"/>
            </a:pPr>
            <a:r>
              <a:rPr lang="en-US"/>
              <a:t>Nom (de tipus text)</a:t>
            </a:r>
            <a:endParaRPr/>
          </a:p>
          <a:p>
            <a:pPr indent="-361950" lvl="0" marL="457200" rtl="0" algn="l">
              <a:lnSpc>
                <a:spcPct val="150000"/>
              </a:lnSpc>
              <a:spcBef>
                <a:spcPts val="0"/>
              </a:spcBef>
              <a:spcAft>
                <a:spcPts val="0"/>
              </a:spcAft>
              <a:buSzPts val="2100"/>
              <a:buChar char="-"/>
            </a:pPr>
            <a:r>
              <a:rPr lang="en-US"/>
              <a:t>Area (de tipus nombre real)</a:t>
            </a:r>
            <a:endParaRPr/>
          </a:p>
          <a:p>
            <a:pPr indent="0" lvl="0" marL="0" rtl="0" algn="l">
              <a:lnSpc>
                <a:spcPct val="150000"/>
              </a:lnSpc>
              <a:spcBef>
                <a:spcPts val="8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194" name="Google Shape;194;p28"/>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195" name="Google Shape;195;p28"/>
          <p:cNvSpPr txBox="1"/>
          <p:nvPr>
            <p:ph idx="1" type="body"/>
          </p:nvPr>
        </p:nvSpPr>
        <p:spPr>
          <a:xfrm>
            <a:off x="749063" y="1026320"/>
            <a:ext cx="7886700" cy="33015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3.  Per habilitar totes les eines de digitalització, comencem una sessió d'edició: feu clic amb el botó dret a la capa Estanys i feu clic a Toggle Editing. La barra d'eines de digitalització ja està habilitada. Feu clic a Afegeix una funció de polígon a la barra d'eines de digitalització i dibuixeu manualment s’Estany des Peix i s’Estany Pudent simplement afegint tots els vèrtexs del polígon (amb un clic esquerre del ratolí).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01" name="Google Shape;201;p29"/>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02" name="Google Shape;202;p29"/>
          <p:cNvSpPr txBox="1"/>
          <p:nvPr>
            <p:ph idx="1" type="body"/>
          </p:nvPr>
        </p:nvSpPr>
        <p:spPr>
          <a:xfrm>
            <a:off x="749063" y="1026320"/>
            <a:ext cx="7886700" cy="34044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3.  </a:t>
            </a:r>
            <a:r>
              <a:rPr lang="en-US">
                <a:solidFill>
                  <a:schemeClr val="dk1"/>
                </a:solidFill>
              </a:rPr>
              <a:t>Quan es completa un polígon, és a dir, s’han afegit tots els vèrtexs, feu clic amb el botó dret del ratolí a l’últim vèrtex (1); a continuació, empleneu adequadament els camps de la capa (2) (per exemple, per s’Estany des Peix escriviu "Estany des Peix" al camp Nom i deixeu buit el camp Area) i feu clic a D'acord (3). Continueu digitalitzant de la mateixa manera que l’altre estany.</a:t>
            </a:r>
            <a:endParaRPr>
              <a:solidFill>
                <a:schemeClr val="dk1"/>
              </a:solidFill>
            </a:endParaRPr>
          </a:p>
          <a:p>
            <a:pPr indent="0" lvl="0" marL="457200" rtl="0" algn="l">
              <a:lnSpc>
                <a:spcPct val="150000"/>
              </a:lnSpc>
              <a:spcBef>
                <a:spcPts val="800"/>
              </a:spcBef>
              <a:spcAft>
                <a:spcPts val="0"/>
              </a:spcAft>
              <a:buNone/>
            </a:pPr>
            <a:r>
              <a:rPr lang="en-US">
                <a:solidFill>
                  <a:schemeClr val="dk1"/>
                </a:solidFill>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08" name="Google Shape;208;p30"/>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pic>
        <p:nvPicPr>
          <p:cNvPr id="209" name="Google Shape;209;p30"/>
          <p:cNvPicPr preferRelativeResize="0"/>
          <p:nvPr/>
        </p:nvPicPr>
        <p:blipFill>
          <a:blip r:embed="rId4">
            <a:alphaModFix/>
          </a:blip>
          <a:stretch>
            <a:fillRect/>
          </a:stretch>
        </p:blipFill>
        <p:spPr>
          <a:xfrm>
            <a:off x="1995700" y="843975"/>
            <a:ext cx="6253301" cy="3574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15" name="Google Shape;215;p31"/>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16" name="Google Shape;216;p31"/>
          <p:cNvSpPr txBox="1"/>
          <p:nvPr>
            <p:ph idx="1" type="body"/>
          </p:nvPr>
        </p:nvSpPr>
        <p:spPr>
          <a:xfrm>
            <a:off x="749063" y="899645"/>
            <a:ext cx="7886700" cy="39918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4</a:t>
            </a:r>
            <a:r>
              <a:rPr lang="en-US">
                <a:solidFill>
                  <a:schemeClr val="dk1"/>
                </a:solidFill>
              </a:rPr>
              <a:t>.  Explorem la Taula d’atributs</a:t>
            </a:r>
            <a:endParaRPr>
              <a:solidFill>
                <a:schemeClr val="dk1"/>
              </a:solidFill>
            </a:endParaRPr>
          </a:p>
          <a:p>
            <a:pPr indent="0" lvl="0" marL="457200" rtl="0" algn="l">
              <a:lnSpc>
                <a:spcPct val="150000"/>
              </a:lnSpc>
              <a:spcBef>
                <a:spcPts val="800"/>
              </a:spcBef>
              <a:spcAft>
                <a:spcPts val="0"/>
              </a:spcAft>
              <a:buNone/>
            </a:pPr>
            <a:r>
              <a:rPr lang="en-US" sz="1800">
                <a:solidFill>
                  <a:schemeClr val="dk1"/>
                </a:solidFill>
              </a:rPr>
              <a:t>És possible identificar una característica que pertany a una sola capa seleccionant aquesta capa a la taula de continguts i utilitzant l'eina Identificar funcions (1) al menú superior. D’aquesta manera, si fem clic, per exemple, a s’Estany des Peix (2), s’obre una finestra a la dreta (3) i es mostren els atributs d’aquesta característica. La informació proporcionada és la continguda a la taula d’atributs. La característica seleccionada es mostra en color porpra.</a:t>
            </a:r>
            <a:endParaRPr sz="1800">
              <a:solidFill>
                <a:schemeClr val="dk1"/>
              </a:solidFill>
            </a:endParaRPr>
          </a:p>
          <a:p>
            <a:pPr indent="0" lvl="0" marL="457200" rtl="0" algn="l">
              <a:lnSpc>
                <a:spcPct val="150000"/>
              </a:lnSpc>
              <a:spcBef>
                <a:spcPts val="800"/>
              </a:spcBef>
              <a:spcAft>
                <a:spcPts val="0"/>
              </a:spcAft>
              <a:buNone/>
            </a:pPr>
            <a:r>
              <a:rPr lang="en-US">
                <a:solidFill>
                  <a:schemeClr val="dk1"/>
                </a:solidFill>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22" name="Google Shape;222;p32"/>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pic>
        <p:nvPicPr>
          <p:cNvPr id="223" name="Google Shape;223;p32"/>
          <p:cNvPicPr preferRelativeResize="0"/>
          <p:nvPr/>
        </p:nvPicPr>
        <p:blipFill>
          <a:blip r:embed="rId4">
            <a:alphaModFix/>
          </a:blip>
          <a:stretch>
            <a:fillRect/>
          </a:stretch>
        </p:blipFill>
        <p:spPr>
          <a:xfrm>
            <a:off x="2120300" y="789750"/>
            <a:ext cx="6209074" cy="37762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29" name="Google Shape;229;p33"/>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30" name="Google Shape;230;p33"/>
          <p:cNvSpPr txBox="1"/>
          <p:nvPr>
            <p:ph idx="1" type="body"/>
          </p:nvPr>
        </p:nvSpPr>
        <p:spPr>
          <a:xfrm>
            <a:off x="749063" y="899645"/>
            <a:ext cx="7886700" cy="27450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4.  Explorem la Taula d’atributs</a:t>
            </a:r>
            <a:endParaRPr>
              <a:solidFill>
                <a:schemeClr val="dk1"/>
              </a:solidFill>
            </a:endParaRPr>
          </a:p>
          <a:p>
            <a:pPr indent="0" lvl="0" marL="457200" rtl="0" algn="l">
              <a:lnSpc>
                <a:spcPct val="150000"/>
              </a:lnSpc>
              <a:spcBef>
                <a:spcPts val="800"/>
              </a:spcBef>
              <a:spcAft>
                <a:spcPts val="0"/>
              </a:spcAft>
              <a:buNone/>
            </a:pPr>
            <a:r>
              <a:rPr lang="en-US" sz="1800">
                <a:solidFill>
                  <a:schemeClr val="dk1"/>
                </a:solidFill>
              </a:rPr>
              <a:t>La taula d'atributs s'organitza en columnes i cada columna correspon a un camp (en aquest cas, la capa té dos camps, és a dir, Nom i Area ). Tota característica geomètrica (fila) està associada a informació semàntica anomenada atributs.</a:t>
            </a:r>
            <a:endParaRPr sz="1800">
              <a:solidFill>
                <a:schemeClr val="dk1"/>
              </a:solidFill>
            </a:endParaRPr>
          </a:p>
          <a:p>
            <a:pPr indent="0" lvl="0" marL="457200" rtl="0" algn="l">
              <a:lnSpc>
                <a:spcPct val="150000"/>
              </a:lnSpc>
              <a:spcBef>
                <a:spcPts val="800"/>
              </a:spcBef>
              <a:spcAft>
                <a:spcPts val="0"/>
              </a:spcAft>
              <a:buNone/>
            </a:pPr>
            <a:r>
              <a:rPr lang="en-US">
                <a:solidFill>
                  <a:schemeClr val="dk1"/>
                </a:solidFill>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36" name="Google Shape;236;p34"/>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37" name="Google Shape;237;p34"/>
          <p:cNvSpPr txBox="1"/>
          <p:nvPr>
            <p:ph idx="1" type="body"/>
          </p:nvPr>
        </p:nvSpPr>
        <p:spPr>
          <a:xfrm>
            <a:off x="749063" y="899645"/>
            <a:ext cx="7886700" cy="34734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5</a:t>
            </a:r>
            <a:r>
              <a:rPr lang="en-US">
                <a:solidFill>
                  <a:schemeClr val="dk1"/>
                </a:solidFill>
              </a:rPr>
              <a:t>.  Calcular l’Area dels Estanys</a:t>
            </a:r>
            <a:endParaRPr>
              <a:solidFill>
                <a:schemeClr val="dk1"/>
              </a:solidFill>
            </a:endParaRPr>
          </a:p>
          <a:p>
            <a:pPr indent="0" lvl="0" marL="457200" rtl="0" algn="l">
              <a:lnSpc>
                <a:spcPct val="150000"/>
              </a:lnSpc>
              <a:spcBef>
                <a:spcPts val="800"/>
              </a:spcBef>
              <a:spcAft>
                <a:spcPts val="0"/>
              </a:spcAft>
              <a:buNone/>
            </a:pPr>
            <a:r>
              <a:rPr lang="en-US" sz="1800">
                <a:solidFill>
                  <a:schemeClr val="dk1"/>
                </a:solidFill>
              </a:rPr>
              <a:t>Per calcular l'àrea, hem d'utilitzar la calculadora de camp (3) que està disponible al menú principal de la taula d'atributs. Marqueu l'opció Actualitza el camp existent (4) i seleccioneu el camp Àrea (5). A la pestanya Expressió, expandiu la secció Geometria i feu doble clic a $ area (6). Fent clic a D'acord (7), l'àrea (en metres quadrats) de cada element geomètric es calcula i s'informa a la línia corresponent de la taula d'atributs al camp Àrea.</a:t>
            </a:r>
            <a:r>
              <a:rPr lang="en-US">
                <a:solidFill>
                  <a:schemeClr val="dk1"/>
                </a:solidFill>
              </a:rPr>
              <a:t> </a:t>
            </a:r>
            <a:r>
              <a:rPr lang="en-US" sz="1800">
                <a:solidFill>
                  <a:schemeClr val="dk1"/>
                </a:solidFill>
              </a:rPr>
              <a:t>Apunta les àrees en un paper.</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43" name="Google Shape;243;p35"/>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pic>
        <p:nvPicPr>
          <p:cNvPr id="244" name="Google Shape;244;p35"/>
          <p:cNvPicPr preferRelativeResize="0"/>
          <p:nvPr/>
        </p:nvPicPr>
        <p:blipFill>
          <a:blip r:embed="rId4">
            <a:alphaModFix/>
          </a:blip>
          <a:stretch>
            <a:fillRect/>
          </a:stretch>
        </p:blipFill>
        <p:spPr>
          <a:xfrm>
            <a:off x="1995703" y="783473"/>
            <a:ext cx="6843497" cy="381519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50" name="Google Shape;250;p36"/>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51" name="Google Shape;251;p36"/>
          <p:cNvSpPr txBox="1"/>
          <p:nvPr>
            <p:ph idx="1" type="body"/>
          </p:nvPr>
        </p:nvSpPr>
        <p:spPr>
          <a:xfrm>
            <a:off x="749063" y="899645"/>
            <a:ext cx="7886700" cy="14649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6</a:t>
            </a:r>
            <a:r>
              <a:rPr lang="en-US">
                <a:solidFill>
                  <a:schemeClr val="dk1"/>
                </a:solidFill>
              </a:rPr>
              <a:t>.  Visualitzem un exemple on s’ha utilitzat una capa vectorial semblant a la que hem creat nosaltres</a:t>
            </a:r>
            <a:endParaRPr>
              <a:solidFill>
                <a:schemeClr val="dk1"/>
              </a:solidFill>
            </a:endParaRPr>
          </a:p>
          <a:p>
            <a:pPr indent="-361950" lvl="0" marL="457200" rtl="0" algn="l">
              <a:lnSpc>
                <a:spcPct val="150000"/>
              </a:lnSpc>
              <a:spcBef>
                <a:spcPts val="800"/>
              </a:spcBef>
              <a:spcAft>
                <a:spcPts val="0"/>
              </a:spcAft>
              <a:buSzPts val="2100"/>
              <a:buChar char="-"/>
            </a:pPr>
            <a:r>
              <a:rPr lang="en-US" sz="1800" u="sng">
                <a:solidFill>
                  <a:schemeClr val="hlink"/>
                </a:solidFill>
                <a:hlinkClick r:id="rId4"/>
              </a:rPr>
              <a:t>https://ca.wikipedia.org/wiki/Estany_Pudent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57" name="Google Shape;257;p37"/>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58" name="Google Shape;258;p37"/>
          <p:cNvSpPr txBox="1"/>
          <p:nvPr>
            <p:ph idx="1" type="body"/>
          </p:nvPr>
        </p:nvSpPr>
        <p:spPr>
          <a:xfrm>
            <a:off x="749063" y="899645"/>
            <a:ext cx="7886700" cy="13878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7</a:t>
            </a:r>
            <a:r>
              <a:rPr lang="en-US">
                <a:solidFill>
                  <a:schemeClr val="dk1"/>
                </a:solidFill>
              </a:rPr>
              <a:t>.  </a:t>
            </a:r>
            <a:r>
              <a:rPr lang="en-US" sz="1900">
                <a:solidFill>
                  <a:schemeClr val="dk1"/>
                </a:solidFill>
              </a:rPr>
              <a:t>Fes Zoom sobre els estanys i afegeix a la capa vectorial els trossets dels estanys que puguis haver-te deixat sense seleccionar abans.</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Comprova que amb els nous trossets l’àrea dels estanys ha variat.</a:t>
            </a:r>
            <a:endParaRPr sz="1900">
              <a:solidFill>
                <a:schemeClr val="dk1"/>
              </a:solidFill>
            </a:endParaRPr>
          </a:p>
        </p:txBody>
      </p:sp>
      <p:pic>
        <p:nvPicPr>
          <p:cNvPr id="259" name="Google Shape;259;p37"/>
          <p:cNvPicPr preferRelativeResize="0"/>
          <p:nvPr/>
        </p:nvPicPr>
        <p:blipFill>
          <a:blip r:embed="rId4">
            <a:alphaModFix/>
          </a:blip>
          <a:stretch>
            <a:fillRect/>
          </a:stretch>
        </p:blipFill>
        <p:spPr>
          <a:xfrm>
            <a:off x="2313328" y="2287445"/>
            <a:ext cx="4758204" cy="255125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65" name="Google Shape;265;p38"/>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66" name="Google Shape;266;p38"/>
          <p:cNvSpPr txBox="1"/>
          <p:nvPr>
            <p:ph idx="1" type="body"/>
          </p:nvPr>
        </p:nvSpPr>
        <p:spPr>
          <a:xfrm>
            <a:off x="749063" y="899645"/>
            <a:ext cx="7886700" cy="18471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8</a:t>
            </a:r>
            <a:r>
              <a:rPr lang="en-US">
                <a:solidFill>
                  <a:schemeClr val="dk1"/>
                </a:solidFill>
              </a:rPr>
              <a:t>.  Una altra manera de corregir la capa és amb l’Eina de Vèrtex (de la capa actual), simplement clicant en el vértex que volguem moure i tornant a clicar en el nou lloc en el que volguem ubicar-lo</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9"/>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a:t>
            </a:r>
            <a:endParaRPr/>
          </a:p>
        </p:txBody>
      </p:sp>
      <p:pic>
        <p:nvPicPr>
          <p:cNvPr id="272" name="Google Shape;272;p39"/>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73" name="Google Shape;273;p39"/>
          <p:cNvSpPr txBox="1"/>
          <p:nvPr>
            <p:ph idx="1" type="body"/>
          </p:nvPr>
        </p:nvSpPr>
        <p:spPr>
          <a:xfrm>
            <a:off x="749063" y="899645"/>
            <a:ext cx="7886700" cy="38148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9</a:t>
            </a:r>
            <a:r>
              <a:rPr lang="en-US">
                <a:solidFill>
                  <a:schemeClr val="dk1"/>
                </a:solidFill>
              </a:rPr>
              <a:t>.  Guarda els canvis fets a la capa i desactiva la barra d’edició</a:t>
            </a:r>
            <a:endParaRPr>
              <a:solidFill>
                <a:schemeClr val="dk1"/>
              </a:solidFill>
            </a:endParaRPr>
          </a:p>
          <a:p>
            <a:pPr indent="0" lvl="0" marL="457200" rtl="0" algn="l">
              <a:lnSpc>
                <a:spcPct val="150000"/>
              </a:lnSpc>
              <a:spcBef>
                <a:spcPts val="800"/>
              </a:spcBef>
              <a:spcAft>
                <a:spcPts val="0"/>
              </a:spcAft>
              <a:buNone/>
            </a:pPr>
            <a:r>
              <a:t/>
            </a:r>
            <a:endParaRPr>
              <a:solidFill>
                <a:schemeClr val="dk1"/>
              </a:solidFill>
            </a:endParaRPr>
          </a:p>
          <a:p>
            <a:pPr indent="0" lvl="0" marL="457200" rtl="0" algn="l">
              <a:lnSpc>
                <a:spcPct val="150000"/>
              </a:lnSpc>
              <a:spcBef>
                <a:spcPts val="800"/>
              </a:spcBef>
              <a:spcAft>
                <a:spcPts val="0"/>
              </a:spcAft>
              <a:buNone/>
            </a:pPr>
            <a:r>
              <a:rPr lang="en-US">
                <a:solidFill>
                  <a:schemeClr val="dk1"/>
                </a:solidFill>
              </a:rPr>
              <a:t>10. Exporta la capa dels Estanys com un arxiu .shp per poder-la utilitzar en altres projectes.</a:t>
            </a:r>
            <a:endParaRPr>
              <a:solidFill>
                <a:schemeClr val="dk1"/>
              </a:solidFill>
            </a:endParaRPr>
          </a:p>
          <a:p>
            <a:pPr indent="0" lvl="0" marL="457200" rtl="0" algn="l">
              <a:lnSpc>
                <a:spcPct val="150000"/>
              </a:lnSpc>
              <a:spcBef>
                <a:spcPts val="800"/>
              </a:spcBef>
              <a:spcAft>
                <a:spcPts val="0"/>
              </a:spcAft>
              <a:buNone/>
            </a:pPr>
            <a:r>
              <a:t/>
            </a:r>
            <a:endParaRPr>
              <a:solidFill>
                <a:schemeClr val="dk1"/>
              </a:solidFill>
            </a:endParaRPr>
          </a:p>
          <a:p>
            <a:pPr indent="0" lvl="0" marL="457200" rtl="0" algn="l">
              <a:lnSpc>
                <a:spcPct val="150000"/>
              </a:lnSpc>
              <a:spcBef>
                <a:spcPts val="800"/>
              </a:spcBef>
              <a:spcAft>
                <a:spcPts val="0"/>
              </a:spcAft>
              <a:buNone/>
            </a:pPr>
            <a:r>
              <a:rPr lang="en-US">
                <a:solidFill>
                  <a:schemeClr val="dk1"/>
                </a:solidFill>
              </a:rPr>
              <a:t>11. Guarda el projecte amb el nom NOMS_Poligons.qgz</a:t>
            </a:r>
            <a:endParaRPr>
              <a:solidFill>
                <a:schemeClr val="dk1"/>
              </a:solidFill>
            </a:endParaRPr>
          </a:p>
          <a:p>
            <a:pPr indent="0" lvl="0" marL="457200" rtl="0" algn="l">
              <a:lnSpc>
                <a:spcPct val="150000"/>
              </a:lnSpc>
              <a:spcBef>
                <a:spcPts val="800"/>
              </a:spcBef>
              <a:spcAft>
                <a:spcPts val="0"/>
              </a:spcAft>
              <a:buNone/>
            </a:pPr>
            <a:r>
              <a:rPr lang="en-US">
                <a:solidFill>
                  <a:schemeClr val="dk1"/>
                </a:solidFill>
              </a:rPr>
              <a:t>             *NOMS heu de posar el nom dels companys del grup</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 </a:t>
            </a:r>
            <a:r>
              <a:rPr lang="en-US" sz="3600"/>
              <a:t>2</a:t>
            </a:r>
            <a:endParaRPr sz="3600"/>
          </a:p>
        </p:txBody>
      </p:sp>
      <p:pic>
        <p:nvPicPr>
          <p:cNvPr id="279" name="Google Shape;279;p40"/>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80" name="Google Shape;280;p40"/>
          <p:cNvSpPr txBox="1"/>
          <p:nvPr>
            <p:ph idx="1" type="body"/>
          </p:nvPr>
        </p:nvSpPr>
        <p:spPr>
          <a:xfrm>
            <a:off x="628650" y="778771"/>
            <a:ext cx="7886700" cy="8772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1.   </a:t>
            </a:r>
            <a:r>
              <a:rPr lang="en-US">
                <a:solidFill>
                  <a:schemeClr val="dk1"/>
                </a:solidFill>
              </a:rPr>
              <a:t>Carrega l’Estàndard de OSM per tenir el mapa base de Formentera</a:t>
            </a:r>
            <a:endParaRPr/>
          </a:p>
        </p:txBody>
      </p:sp>
      <p:pic>
        <p:nvPicPr>
          <p:cNvPr id="281" name="Google Shape;281;p40"/>
          <p:cNvPicPr preferRelativeResize="0"/>
          <p:nvPr/>
        </p:nvPicPr>
        <p:blipFill>
          <a:blip r:embed="rId4">
            <a:alphaModFix/>
          </a:blip>
          <a:stretch>
            <a:fillRect/>
          </a:stretch>
        </p:blipFill>
        <p:spPr>
          <a:xfrm>
            <a:off x="2389853" y="1655971"/>
            <a:ext cx="4591915" cy="318272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1"/>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1v. Activitat. Digitalització d’un mapa </a:t>
            </a:r>
            <a:r>
              <a:rPr lang="en-US" sz="3600"/>
              <a:t>2</a:t>
            </a:r>
            <a:endParaRPr sz="3600"/>
          </a:p>
        </p:txBody>
      </p:sp>
      <p:pic>
        <p:nvPicPr>
          <p:cNvPr id="287" name="Google Shape;287;p41"/>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88" name="Google Shape;288;p41"/>
          <p:cNvSpPr txBox="1"/>
          <p:nvPr>
            <p:ph idx="1" type="body"/>
          </p:nvPr>
        </p:nvSpPr>
        <p:spPr>
          <a:xfrm>
            <a:off x="749063" y="1268045"/>
            <a:ext cx="7886700" cy="14649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t>2. Afegeix una capa nova de tipus vectorial amb el nom Carreteres i de tipus geomètric Line.</a:t>
            </a:r>
            <a:endParaRPr/>
          </a:p>
          <a:p>
            <a:pPr indent="0" lvl="0" marL="0" rtl="0" algn="l">
              <a:lnSpc>
                <a:spcPct val="150000"/>
              </a:lnSpc>
              <a:spcBef>
                <a:spcPts val="8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294" name="Google Shape;294;p42"/>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295" name="Google Shape;295;p42"/>
          <p:cNvSpPr txBox="1"/>
          <p:nvPr>
            <p:ph idx="1" type="body"/>
          </p:nvPr>
        </p:nvSpPr>
        <p:spPr>
          <a:xfrm>
            <a:off x="749063" y="899645"/>
            <a:ext cx="7886700" cy="23115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3</a:t>
            </a:r>
            <a:r>
              <a:rPr lang="en-US">
                <a:solidFill>
                  <a:schemeClr val="dk1"/>
                </a:solidFill>
              </a:rPr>
              <a:t>. </a:t>
            </a:r>
            <a:r>
              <a:rPr lang="en-US" sz="1900">
                <a:solidFill>
                  <a:schemeClr val="dk1"/>
                </a:solidFill>
              </a:rPr>
              <a:t> Activa la barra d’edició i amb l’eina d’afegir una línia, crea una línia que represente la carretera que va de Sant Francesc a Es Cap de Barbaria.</a:t>
            </a:r>
            <a:endParaRPr sz="1900">
              <a:solidFill>
                <a:schemeClr val="dk1"/>
              </a:solidFill>
            </a:endParaRPr>
          </a:p>
          <a:p>
            <a:pPr indent="0" lvl="0" marL="457200" rtl="0" algn="l">
              <a:lnSpc>
                <a:spcPct val="150000"/>
              </a:lnSpc>
              <a:spcBef>
                <a:spcPts val="800"/>
              </a:spcBef>
              <a:spcAft>
                <a:spcPts val="0"/>
              </a:spcAft>
              <a:buNone/>
            </a:pPr>
            <a:r>
              <a:rPr lang="en-US">
                <a:solidFill>
                  <a:schemeClr val="dk1"/>
                </a:solidFill>
              </a:rPr>
              <a:t>4</a:t>
            </a:r>
            <a:r>
              <a:rPr lang="en-US">
                <a:solidFill>
                  <a:schemeClr val="dk1"/>
                </a:solidFill>
              </a:rPr>
              <a:t>. </a:t>
            </a:r>
            <a:r>
              <a:rPr lang="en-US" sz="1900">
                <a:solidFill>
                  <a:schemeClr val="dk1"/>
                </a:solidFill>
              </a:rPr>
              <a:t>Entra a les propietats de la capa i fes que t‘aparegui com una línia vermella.</a:t>
            </a:r>
            <a:endParaRPr sz="1900">
              <a:solidFill>
                <a:schemeClr val="dk1"/>
              </a:solidFill>
            </a:endParaRPr>
          </a:p>
        </p:txBody>
      </p:sp>
      <p:pic>
        <p:nvPicPr>
          <p:cNvPr id="296" name="Google Shape;296;p42"/>
          <p:cNvPicPr preferRelativeResize="0"/>
          <p:nvPr/>
        </p:nvPicPr>
        <p:blipFill>
          <a:blip r:embed="rId4">
            <a:alphaModFix/>
          </a:blip>
          <a:stretch>
            <a:fillRect/>
          </a:stretch>
        </p:blipFill>
        <p:spPr>
          <a:xfrm>
            <a:off x="2967300" y="2834650"/>
            <a:ext cx="2337349" cy="1767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02" name="Google Shape;302;p43"/>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03" name="Google Shape;303;p43"/>
          <p:cNvSpPr txBox="1"/>
          <p:nvPr>
            <p:ph idx="1" type="body"/>
          </p:nvPr>
        </p:nvSpPr>
        <p:spPr>
          <a:xfrm>
            <a:off x="749063" y="899645"/>
            <a:ext cx="7886700" cy="23679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5</a:t>
            </a:r>
            <a:r>
              <a:rPr lang="en-US">
                <a:solidFill>
                  <a:schemeClr val="dk1"/>
                </a:solidFill>
              </a:rPr>
              <a:t>. </a:t>
            </a:r>
            <a:r>
              <a:rPr lang="en-US" sz="1900">
                <a:solidFill>
                  <a:schemeClr val="dk1"/>
                </a:solidFill>
              </a:rPr>
              <a:t> Obre la Taula d’Atributs i afegeix un que es digui Nom i un altre que es digui Longitud.</a:t>
            </a:r>
            <a:endParaRPr sz="1900">
              <a:solidFill>
                <a:schemeClr val="dk1"/>
              </a:solidFill>
            </a:endParaRPr>
          </a:p>
          <a:p>
            <a:pPr indent="0" lvl="0" marL="457200" rtl="0" algn="l">
              <a:lnSpc>
                <a:spcPct val="150000"/>
              </a:lnSpc>
              <a:spcBef>
                <a:spcPts val="800"/>
              </a:spcBef>
              <a:spcAft>
                <a:spcPts val="0"/>
              </a:spcAft>
              <a:buNone/>
            </a:pPr>
            <a:r>
              <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6. Fes que la carretera que has creat tingui com Atributs el Nom: Carretera d’es Cap i que es calculi la longitud automàticament.</a:t>
            </a:r>
            <a:endParaRPr sz="19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4"/>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09" name="Google Shape;309;p44"/>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10" name="Google Shape;310;p44"/>
          <p:cNvSpPr txBox="1"/>
          <p:nvPr>
            <p:ph idx="1" type="body"/>
          </p:nvPr>
        </p:nvSpPr>
        <p:spPr>
          <a:xfrm>
            <a:off x="843488" y="899645"/>
            <a:ext cx="7886700" cy="19293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7</a:t>
            </a:r>
            <a:r>
              <a:rPr lang="en-US">
                <a:solidFill>
                  <a:schemeClr val="dk1"/>
                </a:solidFill>
              </a:rPr>
              <a:t>. </a:t>
            </a:r>
            <a:r>
              <a:rPr lang="en-US" sz="1900">
                <a:solidFill>
                  <a:schemeClr val="dk1"/>
                </a:solidFill>
              </a:rPr>
              <a:t> En la mateixa capa, marca les carreteres més importants, així com també el Camí de s’Estany</a:t>
            </a:r>
            <a:endParaRPr sz="1900">
              <a:solidFill>
                <a:schemeClr val="dk1"/>
              </a:solidFill>
            </a:endParaRPr>
          </a:p>
          <a:p>
            <a:pPr indent="0" lvl="0" marL="457200" rtl="0" algn="l">
              <a:lnSpc>
                <a:spcPct val="150000"/>
              </a:lnSpc>
              <a:spcBef>
                <a:spcPts val="800"/>
              </a:spcBef>
              <a:spcAft>
                <a:spcPts val="0"/>
              </a:spcAft>
              <a:buNone/>
            </a:pPr>
            <a:r>
              <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pic>
        <p:nvPicPr>
          <p:cNvPr id="311" name="Google Shape;311;p44"/>
          <p:cNvPicPr preferRelativeResize="0"/>
          <p:nvPr/>
        </p:nvPicPr>
        <p:blipFill>
          <a:blip r:embed="rId4">
            <a:alphaModFix/>
          </a:blip>
          <a:stretch>
            <a:fillRect/>
          </a:stretch>
        </p:blipFill>
        <p:spPr>
          <a:xfrm>
            <a:off x="2982263" y="1862250"/>
            <a:ext cx="3609171" cy="2752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5"/>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17" name="Google Shape;317;p45"/>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18" name="Google Shape;318;p45"/>
          <p:cNvSpPr txBox="1"/>
          <p:nvPr>
            <p:ph idx="1" type="body"/>
          </p:nvPr>
        </p:nvSpPr>
        <p:spPr>
          <a:xfrm>
            <a:off x="749063" y="899645"/>
            <a:ext cx="7886700" cy="24705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8</a:t>
            </a:r>
            <a:r>
              <a:rPr lang="en-US">
                <a:solidFill>
                  <a:schemeClr val="dk1"/>
                </a:solidFill>
              </a:rPr>
              <a:t>. </a:t>
            </a:r>
            <a:r>
              <a:rPr lang="en-US" sz="1900">
                <a:solidFill>
                  <a:schemeClr val="dk1"/>
                </a:solidFill>
              </a:rPr>
              <a:t> Crea una capa vectorial de tipus Polígon i marca en ella els nuclis urbans de Formentera.</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Com únic atribut li hem de posar el Nom.</a:t>
            </a:r>
            <a:endParaRPr sz="1900">
              <a:solidFill>
                <a:schemeClr val="dk1"/>
              </a:solidFill>
            </a:endParaRPr>
          </a:p>
          <a:p>
            <a:pPr indent="0" lvl="0" marL="457200" rtl="0" algn="l">
              <a:lnSpc>
                <a:spcPct val="150000"/>
              </a:lnSpc>
              <a:spcBef>
                <a:spcPts val="800"/>
              </a:spcBef>
              <a:spcAft>
                <a:spcPts val="0"/>
              </a:spcAft>
              <a:buNone/>
            </a:pPr>
            <a:r>
              <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6"/>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24" name="Google Shape;324;p46"/>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25" name="Google Shape;325;p46"/>
          <p:cNvSpPr txBox="1"/>
          <p:nvPr>
            <p:ph idx="1" type="body"/>
          </p:nvPr>
        </p:nvSpPr>
        <p:spPr>
          <a:xfrm>
            <a:off x="749063" y="899645"/>
            <a:ext cx="7886700" cy="23679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9</a:t>
            </a:r>
            <a:r>
              <a:rPr lang="en-US">
                <a:solidFill>
                  <a:schemeClr val="dk1"/>
                </a:solidFill>
              </a:rPr>
              <a:t>. </a:t>
            </a:r>
            <a:r>
              <a:rPr lang="en-US" sz="1900">
                <a:solidFill>
                  <a:schemeClr val="dk1"/>
                </a:solidFill>
              </a:rPr>
              <a:t> Anem a crear una capa vectorial que ens mostri només la part de carretera que estigui dins nucli urbà, per a això necessitem fer la intersecció de les dues capes que hem creat abans.</a:t>
            </a:r>
            <a:endParaRPr sz="1900">
              <a:solidFill>
                <a:schemeClr val="dk1"/>
              </a:solidFill>
            </a:endParaRPr>
          </a:p>
          <a:p>
            <a:pPr indent="0" lvl="0" marL="457200" rtl="0" algn="l">
              <a:lnSpc>
                <a:spcPct val="150000"/>
              </a:lnSpc>
              <a:spcBef>
                <a:spcPts val="800"/>
              </a:spcBef>
              <a:spcAft>
                <a:spcPts val="0"/>
              </a:spcAft>
              <a:buNone/>
            </a:pPr>
            <a:r>
              <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7"/>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31" name="Google Shape;331;p47"/>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32" name="Google Shape;332;p47"/>
          <p:cNvSpPr txBox="1"/>
          <p:nvPr>
            <p:ph idx="1" type="body"/>
          </p:nvPr>
        </p:nvSpPr>
        <p:spPr>
          <a:xfrm>
            <a:off x="749075" y="899648"/>
            <a:ext cx="7886700" cy="21600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9.</a:t>
            </a:r>
            <a:r>
              <a:rPr lang="en-US" sz="1900">
                <a:solidFill>
                  <a:schemeClr val="dk1"/>
                </a:solidFill>
              </a:rPr>
              <a:t> </a:t>
            </a:r>
            <a:r>
              <a:rPr lang="en-US" sz="1600">
                <a:solidFill>
                  <a:schemeClr val="dk1"/>
                </a:solidFill>
              </a:rPr>
              <a:t>L'eina d’intersecció extreu la part superposada de característiques pertanyents a dues capes diferents. A les funcions de la capa de sortida se'ls assignen els atributs de les característiques superposades de les dues capes d'entrada</a:t>
            </a:r>
            <a:endParaRPr sz="1600">
              <a:solidFill>
                <a:schemeClr val="dk1"/>
              </a:solidFill>
            </a:endParaRPr>
          </a:p>
          <a:p>
            <a:pPr indent="0" lvl="0" marL="457200" rtl="0" algn="l">
              <a:lnSpc>
                <a:spcPct val="150000"/>
              </a:lnSpc>
              <a:spcBef>
                <a:spcPts val="800"/>
              </a:spcBef>
              <a:spcAft>
                <a:spcPts val="0"/>
              </a:spcAft>
              <a:buNone/>
            </a:pPr>
            <a:r>
              <a:rPr lang="en-US" sz="1600">
                <a:solidFill>
                  <a:schemeClr val="dk1"/>
                </a:solidFill>
              </a:rPr>
              <a:t>Seleccioneu Vector → Eines de processament geogràfic → Intersecció (1).</a:t>
            </a:r>
            <a:endParaRPr sz="16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pic>
        <p:nvPicPr>
          <p:cNvPr id="333" name="Google Shape;333;p47"/>
          <p:cNvPicPr preferRelativeResize="0"/>
          <p:nvPr/>
        </p:nvPicPr>
        <p:blipFill>
          <a:blip r:embed="rId4">
            <a:alphaModFix/>
          </a:blip>
          <a:stretch>
            <a:fillRect/>
          </a:stretch>
        </p:blipFill>
        <p:spPr>
          <a:xfrm>
            <a:off x="2632337" y="2605275"/>
            <a:ext cx="4120175" cy="22443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8"/>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39" name="Google Shape;339;p48"/>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40" name="Google Shape;340;p48"/>
          <p:cNvSpPr txBox="1"/>
          <p:nvPr>
            <p:ph idx="1" type="body"/>
          </p:nvPr>
        </p:nvSpPr>
        <p:spPr>
          <a:xfrm>
            <a:off x="749075" y="899648"/>
            <a:ext cx="7886700" cy="9492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9.</a:t>
            </a:r>
            <a:r>
              <a:rPr lang="en-US" sz="1900">
                <a:solidFill>
                  <a:schemeClr val="dk1"/>
                </a:solidFill>
              </a:rPr>
              <a:t> </a:t>
            </a:r>
            <a:endParaRPr sz="16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pic>
        <p:nvPicPr>
          <p:cNvPr id="341" name="Google Shape;341;p48"/>
          <p:cNvPicPr preferRelativeResize="0"/>
          <p:nvPr/>
        </p:nvPicPr>
        <p:blipFill>
          <a:blip r:embed="rId4">
            <a:alphaModFix/>
          </a:blip>
          <a:stretch>
            <a:fillRect/>
          </a:stretch>
        </p:blipFill>
        <p:spPr>
          <a:xfrm>
            <a:off x="2580449" y="1064625"/>
            <a:ext cx="3983125" cy="36641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9"/>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47" name="Google Shape;347;p49"/>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48" name="Google Shape;348;p49"/>
          <p:cNvSpPr txBox="1"/>
          <p:nvPr>
            <p:ph idx="1" type="body"/>
          </p:nvPr>
        </p:nvSpPr>
        <p:spPr>
          <a:xfrm>
            <a:off x="749075" y="899648"/>
            <a:ext cx="7886700" cy="9492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9.</a:t>
            </a:r>
            <a:r>
              <a:rPr lang="en-US" sz="1900">
                <a:solidFill>
                  <a:schemeClr val="dk1"/>
                </a:solidFill>
              </a:rPr>
              <a:t>  Guarda la nova capa com una capa permanent per no perdre-la.</a:t>
            </a:r>
            <a:endParaRPr sz="16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0"/>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54" name="Google Shape;354;p50"/>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55" name="Google Shape;355;p50"/>
          <p:cNvSpPr txBox="1"/>
          <p:nvPr>
            <p:ph idx="1" type="body"/>
          </p:nvPr>
        </p:nvSpPr>
        <p:spPr>
          <a:xfrm>
            <a:off x="749075" y="899648"/>
            <a:ext cx="7886700" cy="23679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9.</a:t>
            </a:r>
            <a:r>
              <a:rPr lang="en-US" sz="1900">
                <a:solidFill>
                  <a:schemeClr val="dk1"/>
                </a:solidFill>
              </a:rPr>
              <a:t>  Comproveu els atributs de la nova capa que s’ha creat. Què ha passat?</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Actualitza el camp Longitud perquè recalcule la longitud de carretera dins casc urbà.</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1"/>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61" name="Google Shape;361;p51"/>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62" name="Google Shape;362;p51"/>
          <p:cNvSpPr txBox="1"/>
          <p:nvPr>
            <p:ph idx="1" type="body"/>
          </p:nvPr>
        </p:nvSpPr>
        <p:spPr>
          <a:xfrm>
            <a:off x="749075" y="899648"/>
            <a:ext cx="7886700" cy="32451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10</a:t>
            </a:r>
            <a:r>
              <a:rPr lang="en-US">
                <a:solidFill>
                  <a:schemeClr val="dk1"/>
                </a:solidFill>
              </a:rPr>
              <a:t>.</a:t>
            </a:r>
            <a:r>
              <a:rPr lang="en-US" sz="1900">
                <a:solidFill>
                  <a:schemeClr val="dk1"/>
                </a:solidFill>
              </a:rPr>
              <a:t>  </a:t>
            </a:r>
            <a:r>
              <a:rPr lang="en-US" sz="1900">
                <a:solidFill>
                  <a:schemeClr val="dk1"/>
                </a:solidFill>
              </a:rPr>
              <a:t>Un buffer és l'àrea de respecte a una distància fixa d'un element geogràfic. És una eina molt útil en anàlisis de proximitat. Es poden crear dos tipus de memòria intermèdia: una memòria intermèdia de distància fixa i una memòria intermèdia de distància variable (o dinàmica).</a:t>
            </a:r>
            <a:endParaRPr sz="1900">
              <a:solidFill>
                <a:schemeClr val="dk1"/>
              </a:solidFill>
            </a:endParaRPr>
          </a:p>
          <a:p>
            <a:pPr indent="0" lvl="0" marL="457200" rtl="0" algn="l">
              <a:lnSpc>
                <a:spcPct val="150000"/>
              </a:lnSpc>
              <a:spcBef>
                <a:spcPts val="800"/>
              </a:spcBef>
              <a:spcAft>
                <a:spcPts val="0"/>
              </a:spcAft>
              <a:buNone/>
            </a:pPr>
            <a:r>
              <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2"/>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68" name="Google Shape;368;p52"/>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69" name="Google Shape;369;p52"/>
          <p:cNvSpPr txBox="1"/>
          <p:nvPr>
            <p:ph idx="1" type="body"/>
          </p:nvPr>
        </p:nvSpPr>
        <p:spPr>
          <a:xfrm>
            <a:off x="749075" y="899648"/>
            <a:ext cx="7886700" cy="23679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11.</a:t>
            </a:r>
            <a:r>
              <a:rPr lang="en-US" sz="1900">
                <a:solidFill>
                  <a:schemeClr val="dk1"/>
                </a:solidFill>
              </a:rPr>
              <a:t>  Comprovem què passa quan volem fer un buffer (amb aquest  sistema de referència no podem marcar una distància en metres perquè és elipsoidal).</a:t>
            </a:r>
            <a:endParaRPr sz="1900">
              <a:solidFill>
                <a:schemeClr val="dk1"/>
              </a:solidFill>
            </a:endParaRPr>
          </a:p>
          <a:p>
            <a:pPr indent="0" lvl="0" marL="457200" rtl="0" algn="l">
              <a:lnSpc>
                <a:spcPct val="150000"/>
              </a:lnSpc>
              <a:spcBef>
                <a:spcPts val="800"/>
              </a:spcBef>
              <a:spcAft>
                <a:spcPts val="0"/>
              </a:spcAft>
              <a:buNone/>
            </a:pPr>
            <a:r>
              <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3"/>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75" name="Google Shape;375;p53"/>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76" name="Google Shape;376;p53"/>
          <p:cNvSpPr txBox="1"/>
          <p:nvPr>
            <p:ph idx="1" type="body"/>
          </p:nvPr>
        </p:nvSpPr>
        <p:spPr>
          <a:xfrm>
            <a:off x="749075" y="899648"/>
            <a:ext cx="7886700" cy="19293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12.</a:t>
            </a:r>
            <a:r>
              <a:rPr lang="en-US" sz="1900">
                <a:solidFill>
                  <a:schemeClr val="dk1"/>
                </a:solidFill>
              </a:rPr>
              <a:t>  Farem l’activitat de nou amb el sistema de referència EPSG3857, que és un Sistema de referència que ens dona la projecció plana.</a:t>
            </a:r>
            <a:endParaRPr sz="1900">
              <a:solidFill>
                <a:schemeClr val="dk1"/>
              </a:solidFill>
            </a:endParaRPr>
          </a:p>
          <a:p>
            <a:pPr indent="0" lvl="0" marL="457200" rtl="0" algn="l">
              <a:lnSpc>
                <a:spcPct val="150000"/>
              </a:lnSpc>
              <a:spcBef>
                <a:spcPts val="800"/>
              </a:spcBef>
              <a:spcAft>
                <a:spcPts val="0"/>
              </a:spcAft>
              <a:buNone/>
            </a:pPr>
            <a:r>
              <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4"/>
          <p:cNvSpPr txBox="1"/>
          <p:nvPr>
            <p:ph type="title"/>
          </p:nvPr>
        </p:nvSpPr>
        <p:spPr>
          <a:xfrm>
            <a:off x="628650" y="273848"/>
            <a:ext cx="7886700" cy="625800"/>
          </a:xfrm>
          <a:prstGeom prst="rect">
            <a:avLst/>
          </a:prstGeom>
        </p:spPr>
        <p:txBody>
          <a:bodyPr anchorCtr="0" anchor="t" bIns="34275" lIns="68575" spcFirstLastPara="1" rIns="68575" wrap="square" tIns="34275">
            <a:noAutofit/>
          </a:bodyPr>
          <a:lstStyle/>
          <a:p>
            <a:pPr indent="0" lvl="0" marL="457200" rtl="0" algn="l">
              <a:spcBef>
                <a:spcPts val="0"/>
              </a:spcBef>
              <a:spcAft>
                <a:spcPts val="0"/>
              </a:spcAft>
              <a:buNone/>
            </a:pPr>
            <a:r>
              <a:rPr lang="en-US"/>
              <a:t>v. Activitat. Digitalització d’un mapa </a:t>
            </a:r>
            <a:r>
              <a:rPr lang="en-US" sz="3600"/>
              <a:t>2</a:t>
            </a:r>
            <a:endParaRPr sz="3600"/>
          </a:p>
        </p:txBody>
      </p:sp>
      <p:pic>
        <p:nvPicPr>
          <p:cNvPr id="382" name="Google Shape;382;p54"/>
          <p:cNvPicPr preferRelativeResize="0"/>
          <p:nvPr/>
        </p:nvPicPr>
        <p:blipFill rotWithShape="1">
          <a:blip r:embed="rId3">
            <a:alphaModFix/>
          </a:blip>
          <a:srcRect b="0" l="0" r="0" t="0"/>
          <a:stretch/>
        </p:blipFill>
        <p:spPr>
          <a:xfrm>
            <a:off x="749075" y="4248464"/>
            <a:ext cx="1246628" cy="480337"/>
          </a:xfrm>
          <a:prstGeom prst="rect">
            <a:avLst/>
          </a:prstGeom>
          <a:noFill/>
          <a:ln>
            <a:noFill/>
          </a:ln>
        </p:spPr>
      </p:pic>
      <p:sp>
        <p:nvSpPr>
          <p:cNvPr id="383" name="Google Shape;383;p54"/>
          <p:cNvSpPr txBox="1"/>
          <p:nvPr>
            <p:ph idx="1" type="body"/>
          </p:nvPr>
        </p:nvSpPr>
        <p:spPr>
          <a:xfrm>
            <a:off x="749075" y="899648"/>
            <a:ext cx="7886700" cy="3889200"/>
          </a:xfrm>
          <a:prstGeom prst="rect">
            <a:avLst/>
          </a:prstGeom>
        </p:spPr>
        <p:txBody>
          <a:bodyPr anchorCtr="0" anchor="t" bIns="34275" lIns="68575" spcFirstLastPara="1" rIns="68575" wrap="square" tIns="34275">
            <a:spAutoFit/>
          </a:bodyPr>
          <a:lstStyle/>
          <a:p>
            <a:pPr indent="0" lvl="0" marL="457200" rtl="0" algn="l">
              <a:lnSpc>
                <a:spcPct val="150000"/>
              </a:lnSpc>
              <a:spcBef>
                <a:spcPts val="800"/>
              </a:spcBef>
              <a:spcAft>
                <a:spcPts val="0"/>
              </a:spcAft>
              <a:buNone/>
            </a:pPr>
            <a:r>
              <a:rPr lang="en-US">
                <a:solidFill>
                  <a:schemeClr val="dk1"/>
                </a:solidFill>
              </a:rPr>
              <a:t>13.</a:t>
            </a:r>
            <a:r>
              <a:rPr lang="en-US" sz="1900">
                <a:solidFill>
                  <a:schemeClr val="dk1"/>
                </a:solidFill>
              </a:rPr>
              <a:t>  Anem a crear una distància de proximitat de 5m a les parts de carreteres que es troben dins dels nuclis urbans.</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Buffer en la Capa Intersecció. </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Aquesta eina ens podria servir si volguessin ampliar una carretera per veure la zona que quedaria afectada i que s’hauria d’expropiar, només cal jugar un poc amb l’opacitat.</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O en el cas de creixements de rius, veure l’àrea afectada.</a:t>
            </a:r>
            <a:endParaRPr sz="1900">
              <a:solidFill>
                <a:schemeClr val="dk1"/>
              </a:solidFill>
            </a:endParaRPr>
          </a:p>
          <a:p>
            <a:pPr indent="0" lvl="0" marL="457200" rtl="0" algn="l">
              <a:lnSpc>
                <a:spcPct val="150000"/>
              </a:lnSpc>
              <a:spcBef>
                <a:spcPts val="800"/>
              </a:spcBef>
              <a:spcAft>
                <a:spcPts val="0"/>
              </a:spcAft>
              <a:buNone/>
            </a:pPr>
            <a:r>
              <a:rPr lang="en-US" sz="1900">
                <a:solidFill>
                  <a:schemeClr val="dk1"/>
                </a:solidFill>
              </a:rPr>
              <a:t> </a:t>
            </a:r>
            <a:endParaRPr sz="19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55"/>
          <p:cNvPicPr preferRelativeResize="0"/>
          <p:nvPr/>
        </p:nvPicPr>
        <p:blipFill rotWithShape="1">
          <a:blip r:embed="rId3">
            <a:alphaModFix/>
          </a:blip>
          <a:srcRect b="0" l="0" r="1980" t="1980"/>
          <a:stretch/>
        </p:blipFill>
        <p:spPr>
          <a:xfrm>
            <a:off x="3600666" y="1329209"/>
            <a:ext cx="522019" cy="522019"/>
          </a:xfrm>
          <a:prstGeom prst="rect">
            <a:avLst/>
          </a:prstGeom>
          <a:noFill/>
          <a:ln>
            <a:noFill/>
          </a:ln>
        </p:spPr>
      </p:pic>
      <p:pic>
        <p:nvPicPr>
          <p:cNvPr id="389" name="Google Shape;389;p55"/>
          <p:cNvPicPr preferRelativeResize="0"/>
          <p:nvPr/>
        </p:nvPicPr>
        <p:blipFill rotWithShape="1">
          <a:blip r:embed="rId4">
            <a:alphaModFix/>
          </a:blip>
          <a:srcRect b="0" l="0" r="0" t="0"/>
          <a:stretch/>
        </p:blipFill>
        <p:spPr>
          <a:xfrm>
            <a:off x="3600666" y="2020046"/>
            <a:ext cx="578744" cy="587787"/>
          </a:xfrm>
          <a:prstGeom prst="rect">
            <a:avLst/>
          </a:prstGeom>
          <a:noFill/>
          <a:ln>
            <a:noFill/>
          </a:ln>
        </p:spPr>
      </p:pic>
      <p:pic>
        <p:nvPicPr>
          <p:cNvPr id="390" name="Google Shape;390;p55"/>
          <p:cNvPicPr preferRelativeResize="0"/>
          <p:nvPr/>
        </p:nvPicPr>
        <p:blipFill rotWithShape="1">
          <a:blip r:embed="rId5">
            <a:alphaModFix/>
          </a:blip>
          <a:srcRect b="0" l="896" r="896" t="0"/>
          <a:stretch/>
        </p:blipFill>
        <p:spPr>
          <a:xfrm>
            <a:off x="3625681" y="2891886"/>
            <a:ext cx="553728" cy="563834"/>
          </a:xfrm>
          <a:prstGeom prst="rect">
            <a:avLst/>
          </a:prstGeom>
          <a:noFill/>
          <a:ln>
            <a:noFill/>
          </a:ln>
        </p:spPr>
      </p:pic>
      <p:pic>
        <p:nvPicPr>
          <p:cNvPr id="391" name="Google Shape;391;p55"/>
          <p:cNvPicPr preferRelativeResize="0"/>
          <p:nvPr/>
        </p:nvPicPr>
        <p:blipFill rotWithShape="1">
          <a:blip r:embed="rId6">
            <a:alphaModFix/>
          </a:blip>
          <a:srcRect b="0" l="0" r="0" t="0"/>
          <a:stretch/>
        </p:blipFill>
        <p:spPr>
          <a:xfrm>
            <a:off x="3625681" y="3711739"/>
            <a:ext cx="570851" cy="579771"/>
          </a:xfrm>
          <a:prstGeom prst="rect">
            <a:avLst/>
          </a:prstGeom>
          <a:noFill/>
          <a:ln>
            <a:noFill/>
          </a:ln>
        </p:spPr>
      </p:pic>
      <p:pic>
        <p:nvPicPr>
          <p:cNvPr id="392" name="Google Shape;392;p55"/>
          <p:cNvPicPr preferRelativeResize="0"/>
          <p:nvPr/>
        </p:nvPicPr>
        <p:blipFill rotWithShape="1">
          <a:blip r:embed="rId7">
            <a:alphaModFix/>
          </a:blip>
          <a:srcRect b="0" l="0" r="0" t="0"/>
          <a:stretch/>
        </p:blipFill>
        <p:spPr>
          <a:xfrm>
            <a:off x="166978" y="1856199"/>
            <a:ext cx="2929061" cy="2016521"/>
          </a:xfrm>
          <a:prstGeom prst="rect">
            <a:avLst/>
          </a:prstGeom>
          <a:noFill/>
          <a:ln>
            <a:noFill/>
          </a:ln>
        </p:spPr>
      </p:pic>
      <p:sp>
        <p:nvSpPr>
          <p:cNvPr id="393" name="Google Shape;393;p55"/>
          <p:cNvSpPr txBox="1"/>
          <p:nvPr/>
        </p:nvSpPr>
        <p:spPr>
          <a:xfrm>
            <a:off x="304800" y="466725"/>
            <a:ext cx="8040300" cy="375600"/>
          </a:xfrm>
          <a:prstGeom prst="rect">
            <a:avLst/>
          </a:prstGeom>
          <a:noFill/>
          <a:ln>
            <a:noFill/>
          </a:ln>
        </p:spPr>
        <p:txBody>
          <a:bodyPr anchorCtr="0" anchor="t" bIns="0" lIns="0" spcFirstLastPara="1" rIns="0" wrap="square" tIns="0">
            <a:noAutofit/>
          </a:bodyPr>
          <a:lstStyle/>
          <a:p>
            <a:pPr indent="0" lvl="0" marL="0" marR="0" rtl="0" algn="ctr">
              <a:lnSpc>
                <a:spcPct val="140008"/>
              </a:lnSpc>
              <a:spcBef>
                <a:spcPts val="0"/>
              </a:spcBef>
              <a:spcAft>
                <a:spcPts val="0"/>
              </a:spcAft>
              <a:buNone/>
            </a:pPr>
            <a:r>
              <a:rPr b="1" lang="en-US" sz="2300">
                <a:solidFill>
                  <a:srgbClr val="000000"/>
                </a:solidFill>
                <a:latin typeface="Comic Sans MS"/>
                <a:ea typeface="Comic Sans MS"/>
                <a:cs typeface="Comic Sans MS"/>
                <a:sym typeface="Comic Sans MS"/>
              </a:rPr>
              <a:t>…També ens pots seguir en les xarxes socials:</a:t>
            </a:r>
            <a:endParaRPr b="1" sz="2300">
              <a:solidFill>
                <a:srgbClr val="000000"/>
              </a:solidFill>
              <a:latin typeface="Comic Sans MS"/>
              <a:ea typeface="Comic Sans MS"/>
              <a:cs typeface="Comic Sans MS"/>
              <a:sym typeface="Comic Sans MS"/>
            </a:endParaRPr>
          </a:p>
        </p:txBody>
      </p:sp>
      <p:sp>
        <p:nvSpPr>
          <p:cNvPr id="394" name="Google Shape;394;p55"/>
          <p:cNvSpPr txBox="1"/>
          <p:nvPr/>
        </p:nvSpPr>
        <p:spPr>
          <a:xfrm>
            <a:off x="4753153" y="1397816"/>
            <a:ext cx="4230600" cy="592200"/>
          </a:xfrm>
          <a:prstGeom prst="rect">
            <a:avLst/>
          </a:prstGeom>
          <a:noFill/>
          <a:ln>
            <a:noFill/>
          </a:ln>
        </p:spPr>
        <p:txBody>
          <a:bodyPr anchorCtr="0" anchor="t" bIns="0" lIns="0" spcFirstLastPara="1" rIns="0" wrap="square" tIns="0">
            <a:noAutofit/>
          </a:bodyPr>
          <a:lstStyle/>
          <a:p>
            <a:pPr indent="0" lvl="0" marL="0" marR="0" rtl="0" algn="ctr">
              <a:lnSpc>
                <a:spcPct val="139970"/>
              </a:lnSpc>
              <a:spcBef>
                <a:spcPts val="0"/>
              </a:spcBef>
              <a:spcAft>
                <a:spcPts val="0"/>
              </a:spcAft>
              <a:buNone/>
            </a:pPr>
            <a:r>
              <a:rPr lang="en-US" sz="1700" u="sng">
                <a:solidFill>
                  <a:srgbClr val="000000"/>
                </a:solidFill>
                <a:latin typeface="Comic Sans MS"/>
                <a:ea typeface="Comic Sans MS"/>
                <a:cs typeface="Comic Sans MS"/>
                <a:sym typeface="Comic Sans MS"/>
                <a:hlinkClick r:id="rId8">
                  <a:extLst>
                    <a:ext uri="{A12FA001-AC4F-418D-AE19-62706E023703}">
                      <ahyp:hlinkClr val="tx"/>
                    </a:ext>
                  </a:extLst>
                </a:hlinkClick>
              </a:rPr>
              <a:t>https://www.facebook.com/GIS4Schools-117698636773307 </a:t>
            </a:r>
            <a:endParaRPr sz="1700" u="none">
              <a:solidFill>
                <a:srgbClr val="000000"/>
              </a:solidFill>
              <a:latin typeface="Comic Sans MS"/>
              <a:ea typeface="Comic Sans MS"/>
              <a:cs typeface="Comic Sans MS"/>
              <a:sym typeface="Comic Sans MS"/>
            </a:endParaRPr>
          </a:p>
        </p:txBody>
      </p:sp>
      <p:sp>
        <p:nvSpPr>
          <p:cNvPr id="395" name="Google Shape;395;p55"/>
          <p:cNvSpPr txBox="1"/>
          <p:nvPr/>
        </p:nvSpPr>
        <p:spPr>
          <a:xfrm>
            <a:off x="4753153" y="2280603"/>
            <a:ext cx="3762600" cy="285600"/>
          </a:xfrm>
          <a:prstGeom prst="rect">
            <a:avLst/>
          </a:prstGeom>
          <a:noFill/>
          <a:ln>
            <a:noFill/>
          </a:ln>
        </p:spPr>
        <p:txBody>
          <a:bodyPr anchorCtr="0" anchor="t" bIns="0" lIns="0" spcFirstLastPara="1" rIns="0" wrap="square" tIns="0">
            <a:noAutofit/>
          </a:bodyPr>
          <a:lstStyle/>
          <a:p>
            <a:pPr indent="0" lvl="0" marL="0" marR="0" rtl="0" algn="ctr">
              <a:lnSpc>
                <a:spcPct val="139970"/>
              </a:lnSpc>
              <a:spcBef>
                <a:spcPts val="0"/>
              </a:spcBef>
              <a:spcAft>
                <a:spcPts val="0"/>
              </a:spcAft>
              <a:buNone/>
            </a:pPr>
            <a:r>
              <a:rPr lang="en-US" sz="1700" u="sng">
                <a:solidFill>
                  <a:srgbClr val="000000"/>
                </a:solidFill>
                <a:latin typeface="Comic Sans MS"/>
                <a:ea typeface="Comic Sans MS"/>
                <a:cs typeface="Comic Sans MS"/>
                <a:sym typeface="Comic Sans MS"/>
                <a:hlinkClick r:id="rId9">
                  <a:extLst>
                    <a:ext uri="{A12FA001-AC4F-418D-AE19-62706E023703}">
                      <ahyp:hlinkClr val="tx"/>
                    </a:ext>
                  </a:extLst>
                </a:hlinkClick>
              </a:rPr>
              <a:t>https://twitter.com/GIS_4_Schools</a:t>
            </a:r>
            <a:endParaRPr sz="1700">
              <a:solidFill>
                <a:srgbClr val="000000"/>
              </a:solidFill>
              <a:latin typeface="Comic Sans MS"/>
              <a:ea typeface="Comic Sans MS"/>
              <a:cs typeface="Comic Sans MS"/>
              <a:sym typeface="Comic Sans MS"/>
            </a:endParaRPr>
          </a:p>
        </p:txBody>
      </p:sp>
      <p:sp>
        <p:nvSpPr>
          <p:cNvPr id="396" name="Google Shape;396;p55"/>
          <p:cNvSpPr txBox="1"/>
          <p:nvPr/>
        </p:nvSpPr>
        <p:spPr>
          <a:xfrm>
            <a:off x="4495800" y="3024578"/>
            <a:ext cx="4554900" cy="266400"/>
          </a:xfrm>
          <a:prstGeom prst="rect">
            <a:avLst/>
          </a:prstGeom>
          <a:noFill/>
          <a:ln>
            <a:noFill/>
          </a:ln>
        </p:spPr>
        <p:txBody>
          <a:bodyPr anchorCtr="0" anchor="t" bIns="0" lIns="0" spcFirstLastPara="1" rIns="0" wrap="square" tIns="0">
            <a:noAutofit/>
          </a:bodyPr>
          <a:lstStyle/>
          <a:p>
            <a:pPr indent="0" lvl="0" marL="0" marR="0" rtl="0" algn="ctr">
              <a:lnSpc>
                <a:spcPct val="144516"/>
              </a:lnSpc>
              <a:spcBef>
                <a:spcPts val="0"/>
              </a:spcBef>
              <a:spcAft>
                <a:spcPts val="0"/>
              </a:spcAft>
              <a:buNone/>
            </a:pPr>
            <a:r>
              <a:rPr lang="en-US" sz="1600" u="sng">
                <a:solidFill>
                  <a:srgbClr val="000000"/>
                </a:solidFill>
                <a:latin typeface="Comic Sans MS"/>
                <a:ea typeface="Comic Sans MS"/>
                <a:cs typeface="Comic Sans MS"/>
                <a:sym typeface="Comic Sans MS"/>
                <a:hlinkClick r:id="rId10">
                  <a:extLst>
                    <a:ext uri="{A12FA001-AC4F-418D-AE19-62706E023703}">
                      <ahyp:hlinkClr val="tx"/>
                    </a:ext>
                  </a:extLst>
                </a:hlinkClick>
              </a:rPr>
              <a:t>https://www.linkedin.com/showcase/gis4schools/</a:t>
            </a:r>
            <a:endParaRPr sz="1600">
              <a:solidFill>
                <a:srgbClr val="000000"/>
              </a:solidFill>
              <a:latin typeface="Comic Sans MS"/>
              <a:ea typeface="Comic Sans MS"/>
              <a:cs typeface="Comic Sans MS"/>
              <a:sym typeface="Comic Sans MS"/>
            </a:endParaRPr>
          </a:p>
        </p:txBody>
      </p:sp>
      <p:sp>
        <p:nvSpPr>
          <p:cNvPr id="397" name="Google Shape;397;p55"/>
          <p:cNvSpPr txBox="1"/>
          <p:nvPr/>
        </p:nvSpPr>
        <p:spPr>
          <a:xfrm>
            <a:off x="5651884" y="3871814"/>
            <a:ext cx="1965000" cy="285600"/>
          </a:xfrm>
          <a:prstGeom prst="rect">
            <a:avLst/>
          </a:prstGeom>
          <a:noFill/>
          <a:ln>
            <a:noFill/>
          </a:ln>
        </p:spPr>
        <p:txBody>
          <a:bodyPr anchorCtr="0" anchor="t" bIns="0" lIns="0" spcFirstLastPara="1" rIns="0" wrap="square" tIns="0">
            <a:noAutofit/>
          </a:bodyPr>
          <a:lstStyle/>
          <a:p>
            <a:pPr indent="0" lvl="0" marL="0" marR="0" rtl="0" algn="ctr">
              <a:lnSpc>
                <a:spcPct val="139970"/>
              </a:lnSpc>
              <a:spcBef>
                <a:spcPts val="0"/>
              </a:spcBef>
              <a:spcAft>
                <a:spcPts val="0"/>
              </a:spcAft>
              <a:buNone/>
            </a:pPr>
            <a:r>
              <a:rPr lang="en-US" sz="1700">
                <a:solidFill>
                  <a:srgbClr val="000000"/>
                </a:solidFill>
                <a:latin typeface="Comic Sans MS"/>
                <a:ea typeface="Comic Sans MS"/>
                <a:cs typeface="Comic Sans MS"/>
                <a:sym typeface="Comic Sans MS"/>
              </a:rPr>
              <a:t>@gis_4_schools</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93">
                                            <p:txEl>
                                              <p:pRg end="0" st="0"/>
                                            </p:txEl>
                                          </p:spTgt>
                                        </p:tgtEl>
                                        <p:attrNameLst>
                                          <p:attrName>style.visibility</p:attrName>
                                        </p:attrNameLst>
                                      </p:cBhvr>
                                      <p:to>
                                        <p:strVal val="visible"/>
                                      </p:to>
                                    </p:set>
                                    <p:anim calcmode="lin" valueType="num">
                                      <p:cBhvr additive="base">
                                        <p:cTn dur="500"/>
                                        <p:tgtEl>
                                          <p:spTgt spid="393">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393">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2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8"/>
                                        </p:tgtEl>
                                        <p:attrNameLst>
                                          <p:attrName>style.visibility</p:attrName>
                                        </p:attrNameLst>
                                      </p:cBhvr>
                                      <p:to>
                                        <p:strVal val="visible"/>
                                      </p:to>
                                    </p:set>
                                    <p:anim calcmode="lin" valueType="num">
                                      <p:cBhvr additive="base">
                                        <p:cTn dur="500"/>
                                        <p:tgtEl>
                                          <p:spTgt spid="3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4"/>
                                        </p:tgtEl>
                                        <p:attrNameLst>
                                          <p:attrName>style.visibility</p:attrName>
                                        </p:attrNameLst>
                                      </p:cBhvr>
                                      <p:to>
                                        <p:strVal val="visible"/>
                                      </p:to>
                                    </p:set>
                                    <p:anim calcmode="lin" valueType="num">
                                      <p:cBhvr additive="base">
                                        <p:cTn dur="500"/>
                                        <p:tgtEl>
                                          <p:spTgt spid="3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9"/>
                                        </p:tgtEl>
                                        <p:attrNameLst>
                                          <p:attrName>style.visibility</p:attrName>
                                        </p:attrNameLst>
                                      </p:cBhvr>
                                      <p:to>
                                        <p:strVal val="visible"/>
                                      </p:to>
                                    </p:set>
                                    <p:anim calcmode="lin" valueType="num">
                                      <p:cBhvr additive="base">
                                        <p:cTn dur="500"/>
                                        <p:tgtEl>
                                          <p:spTgt spid="3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5"/>
                                        </p:tgtEl>
                                        <p:attrNameLst>
                                          <p:attrName>style.visibility</p:attrName>
                                        </p:attrNameLst>
                                      </p:cBhvr>
                                      <p:to>
                                        <p:strVal val="visible"/>
                                      </p:to>
                                    </p:set>
                                    <p:anim calcmode="lin" valueType="num">
                                      <p:cBhvr additive="base">
                                        <p:cTn dur="500"/>
                                        <p:tgtEl>
                                          <p:spTgt spid="3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0"/>
                                        </p:tgtEl>
                                        <p:attrNameLst>
                                          <p:attrName>style.visibility</p:attrName>
                                        </p:attrNameLst>
                                      </p:cBhvr>
                                      <p:to>
                                        <p:strVal val="visible"/>
                                      </p:to>
                                    </p:set>
                                    <p:anim calcmode="lin" valueType="num">
                                      <p:cBhvr additive="base">
                                        <p:cTn dur="500"/>
                                        <p:tgtEl>
                                          <p:spTgt spid="3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6"/>
                                        </p:tgtEl>
                                        <p:attrNameLst>
                                          <p:attrName>style.visibility</p:attrName>
                                        </p:attrNameLst>
                                      </p:cBhvr>
                                      <p:to>
                                        <p:strVal val="visible"/>
                                      </p:to>
                                    </p:set>
                                    <p:anim calcmode="lin" valueType="num">
                                      <p:cBhvr additive="base">
                                        <p:cTn dur="500"/>
                                        <p:tgtEl>
                                          <p:spTgt spid="39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1"/>
                                        </p:tgtEl>
                                        <p:attrNameLst>
                                          <p:attrName>style.visibility</p:attrName>
                                        </p:attrNameLst>
                                      </p:cBhvr>
                                      <p:to>
                                        <p:strVal val="visible"/>
                                      </p:to>
                                    </p:set>
                                    <p:anim calcmode="lin" valueType="num">
                                      <p:cBhvr additive="base">
                                        <p:cTn dur="500"/>
                                        <p:tgtEl>
                                          <p:spTgt spid="3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7"/>
                                        </p:tgtEl>
                                        <p:attrNameLst>
                                          <p:attrName>style.visibility</p:attrName>
                                        </p:attrNameLst>
                                      </p:cBhvr>
                                      <p:to>
                                        <p:strVal val="visible"/>
                                      </p:to>
                                    </p:set>
                                    <p:anim calcmode="lin" valueType="num">
                                      <p:cBhvr additive="base">
                                        <p:cTn dur="500"/>
                                        <p:tgtEl>
                                          <p:spTgt spid="39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6"/>
          <p:cNvSpPr txBox="1"/>
          <p:nvPr>
            <p:ph type="title"/>
          </p:nvPr>
        </p:nvSpPr>
        <p:spPr>
          <a:xfrm>
            <a:off x="628659" y="1774963"/>
            <a:ext cx="7886700" cy="9942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None/>
            </a:pPr>
            <a:r>
              <a:rPr lang="en-US" sz="5000"/>
              <a:t>Gràcies!</a:t>
            </a:r>
            <a:endParaRPr sz="5000">
              <a:solidFill>
                <a:schemeClr val="accent4"/>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1_GIS4SchoolsTheme">
  <a:themeElements>
    <a:clrScheme name="GiS4Schools">
      <a:dk1>
        <a:srgbClr val="171841"/>
      </a:dk1>
      <a:lt1>
        <a:srgbClr val="C6B6D5"/>
      </a:lt1>
      <a:dk2>
        <a:srgbClr val="171841"/>
      </a:dk2>
      <a:lt2>
        <a:srgbClr val="C6B6D5"/>
      </a:lt2>
      <a:accent1>
        <a:srgbClr val="307EB7"/>
      </a:accent1>
      <a:accent2>
        <a:srgbClr val="DF4693"/>
      </a:accent2>
      <a:accent3>
        <a:srgbClr val="714895"/>
      </a:accent3>
      <a:accent4>
        <a:srgbClr val="FAA916"/>
      </a:accent4>
      <a:accent5>
        <a:srgbClr val="3DD79C"/>
      </a:accent5>
      <a:accent6>
        <a:srgbClr val="FFFFFF"/>
      </a:accent6>
      <a:hlink>
        <a:srgbClr val="307EB7"/>
      </a:hlink>
      <a:folHlink>
        <a:srgbClr val="DF46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GIS4SchoolsTheme">
  <a:themeElements>
    <a:clrScheme name="GiS4Schools">
      <a:dk1>
        <a:srgbClr val="171841"/>
      </a:dk1>
      <a:lt1>
        <a:srgbClr val="C6B6D5"/>
      </a:lt1>
      <a:dk2>
        <a:srgbClr val="171841"/>
      </a:dk2>
      <a:lt2>
        <a:srgbClr val="C6B6D5"/>
      </a:lt2>
      <a:accent1>
        <a:srgbClr val="307EB7"/>
      </a:accent1>
      <a:accent2>
        <a:srgbClr val="DF4693"/>
      </a:accent2>
      <a:accent3>
        <a:srgbClr val="714895"/>
      </a:accent3>
      <a:accent4>
        <a:srgbClr val="FAA916"/>
      </a:accent4>
      <a:accent5>
        <a:srgbClr val="3DD79C"/>
      </a:accent5>
      <a:accent6>
        <a:srgbClr val="FFFFFF"/>
      </a:accent6>
      <a:hlink>
        <a:srgbClr val="307EB7"/>
      </a:hlink>
      <a:folHlink>
        <a:srgbClr val="DF46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6_GIS4SchoolsTheme">
  <a:themeElements>
    <a:clrScheme name="GiS4Schools">
      <a:dk1>
        <a:srgbClr val="171841"/>
      </a:dk1>
      <a:lt1>
        <a:srgbClr val="C6B6D5"/>
      </a:lt1>
      <a:dk2>
        <a:srgbClr val="171841"/>
      </a:dk2>
      <a:lt2>
        <a:srgbClr val="C6B6D5"/>
      </a:lt2>
      <a:accent1>
        <a:srgbClr val="307EB7"/>
      </a:accent1>
      <a:accent2>
        <a:srgbClr val="DF4693"/>
      </a:accent2>
      <a:accent3>
        <a:srgbClr val="714895"/>
      </a:accent3>
      <a:accent4>
        <a:srgbClr val="FAA916"/>
      </a:accent4>
      <a:accent5>
        <a:srgbClr val="3DD79C"/>
      </a:accent5>
      <a:accent6>
        <a:srgbClr val="FFFFFF"/>
      </a:accent6>
      <a:hlink>
        <a:srgbClr val="307EB7"/>
      </a:hlink>
      <a:folHlink>
        <a:srgbClr val="DF46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